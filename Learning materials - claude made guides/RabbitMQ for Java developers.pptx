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95" r:id="rId4"/>
    <p:sldMasterId id="2147483796" r:id="rId5"/>
    <p:sldMasterId id="2147483797" r:id="rId6"/>
    <p:sldMasterId id="214748379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Lst>
  <p:sldSz cy="5143500" cx="9144000"/>
  <p:notesSz cx="6858000" cy="9144000"/>
  <p:embeddedFontLst>
    <p:embeddedFont>
      <p:font typeface="Lexend SemiBold"/>
      <p:regular r:id="rId26"/>
      <p:bold r:id="rId27"/>
    </p:embeddedFont>
    <p:embeddedFont>
      <p:font typeface="Lexend Light"/>
      <p:regular r:id="rId28"/>
      <p:bold r:id="rId29"/>
    </p:embeddedFont>
    <p:embeddedFont>
      <p:font typeface="Inter Tight Medium"/>
      <p:regular r:id="rId30"/>
      <p:bold r:id="rId31"/>
      <p:italic r:id="rId32"/>
      <p:boldItalic r:id="rId33"/>
    </p:embeddedFont>
    <p:embeddedFont>
      <p:font typeface="Roboto"/>
      <p:regular r:id="rId34"/>
      <p:bold r:id="rId35"/>
      <p:italic r:id="rId36"/>
      <p:boldItalic r:id="rId37"/>
    </p:embeddedFont>
    <p:embeddedFont>
      <p:font typeface="Work Sans Medium"/>
      <p:regular r:id="rId38"/>
      <p:bold r:id="rId39"/>
      <p:italic r:id="rId40"/>
      <p:boldItalic r:id="rId41"/>
    </p:embeddedFont>
    <p:embeddedFont>
      <p:font typeface="Work Sans"/>
      <p:regular r:id="rId42"/>
      <p:bold r:id="rId43"/>
      <p:italic r:id="rId44"/>
      <p:boldItalic r:id="rId45"/>
    </p:embeddedFont>
    <p:embeddedFont>
      <p:font typeface="Lexend"/>
      <p:regular r:id="rId46"/>
      <p:bold r:id="rId47"/>
    </p:embeddedFont>
    <p:embeddedFont>
      <p:font typeface="Lexend ExtraLight"/>
      <p:regular r:id="rId48"/>
      <p:bold r:id="rId49"/>
    </p:embeddedFont>
    <p:embeddedFont>
      <p:font typeface="Inter Tight"/>
      <p:regular r:id="rId50"/>
      <p:bold r:id="rId51"/>
      <p:italic r:id="rId52"/>
      <p:boldItalic r:id="rId53"/>
    </p:embeddedFont>
    <p:embeddedFont>
      <p:font typeface="Roboto Mono"/>
      <p:regular r:id="rId54"/>
      <p:bold r:id="rId55"/>
      <p:italic r:id="rId56"/>
      <p:boldItalic r:id="rId57"/>
    </p:embeddedFont>
    <p:embeddedFont>
      <p:font typeface="Inter Tight SemiBold"/>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WorkSansMedium-italic.fntdata"/><Relationship Id="rId42" Type="http://schemas.openxmlformats.org/officeDocument/2006/relationships/font" Target="fonts/WorkSans-regular.fntdata"/><Relationship Id="rId41" Type="http://schemas.openxmlformats.org/officeDocument/2006/relationships/font" Target="fonts/WorkSansMedium-boldItalic.fntdata"/><Relationship Id="rId44" Type="http://schemas.openxmlformats.org/officeDocument/2006/relationships/font" Target="fonts/WorkSans-italic.fntdata"/><Relationship Id="rId43" Type="http://schemas.openxmlformats.org/officeDocument/2006/relationships/font" Target="fonts/WorkSans-bold.fntdata"/><Relationship Id="rId46" Type="http://schemas.openxmlformats.org/officeDocument/2006/relationships/font" Target="fonts/Lexend-regular.fntdata"/><Relationship Id="rId45" Type="http://schemas.openxmlformats.org/officeDocument/2006/relationships/font" Target="fonts/Work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LexendExtraLight-regular.fntdata"/><Relationship Id="rId47" Type="http://schemas.openxmlformats.org/officeDocument/2006/relationships/font" Target="fonts/Lexend-bold.fntdata"/><Relationship Id="rId49" Type="http://schemas.openxmlformats.org/officeDocument/2006/relationships/font" Target="fonts/LexendExtraLight-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font" Target="fonts/InterTightMedium-bold.fntdata"/><Relationship Id="rId30" Type="http://schemas.openxmlformats.org/officeDocument/2006/relationships/font" Target="fonts/InterTightMedium-regular.fntdata"/><Relationship Id="rId33" Type="http://schemas.openxmlformats.org/officeDocument/2006/relationships/font" Target="fonts/InterTightMedium-boldItalic.fntdata"/><Relationship Id="rId32" Type="http://schemas.openxmlformats.org/officeDocument/2006/relationships/font" Target="fonts/InterTightMedium-italic.fntdata"/><Relationship Id="rId35" Type="http://schemas.openxmlformats.org/officeDocument/2006/relationships/font" Target="fonts/Roboto-bold.fntdata"/><Relationship Id="rId34" Type="http://schemas.openxmlformats.org/officeDocument/2006/relationships/font" Target="fonts/Roboto-regular.fntdata"/><Relationship Id="rId37" Type="http://schemas.openxmlformats.org/officeDocument/2006/relationships/font" Target="fonts/Roboto-boldItalic.fntdata"/><Relationship Id="rId36" Type="http://schemas.openxmlformats.org/officeDocument/2006/relationships/font" Target="fonts/Roboto-italic.fntdata"/><Relationship Id="rId39" Type="http://schemas.openxmlformats.org/officeDocument/2006/relationships/font" Target="fonts/WorkSansMedium-bold.fntdata"/><Relationship Id="rId38" Type="http://schemas.openxmlformats.org/officeDocument/2006/relationships/font" Target="fonts/WorkSansMedium-regular.fntdata"/><Relationship Id="rId61" Type="http://schemas.openxmlformats.org/officeDocument/2006/relationships/font" Target="fonts/InterTightSemiBold-boldItalic.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InterTightSemiBold-italic.fntdata"/><Relationship Id="rId26" Type="http://schemas.openxmlformats.org/officeDocument/2006/relationships/font" Target="fonts/LexendSemiBold-regular.fntdata"/><Relationship Id="rId25" Type="http://schemas.openxmlformats.org/officeDocument/2006/relationships/slide" Target="slides/slide17.xml"/><Relationship Id="rId28" Type="http://schemas.openxmlformats.org/officeDocument/2006/relationships/font" Target="fonts/LexendLight-regular.fntdata"/><Relationship Id="rId27" Type="http://schemas.openxmlformats.org/officeDocument/2006/relationships/font" Target="fonts/LexendSemiBold-bold.fntdata"/><Relationship Id="rId29" Type="http://schemas.openxmlformats.org/officeDocument/2006/relationships/font" Target="fonts/LexendLight-bold.fntdata"/><Relationship Id="rId51" Type="http://schemas.openxmlformats.org/officeDocument/2006/relationships/font" Target="fonts/InterTight-bold.fntdata"/><Relationship Id="rId50" Type="http://schemas.openxmlformats.org/officeDocument/2006/relationships/font" Target="fonts/InterTight-regular.fntdata"/><Relationship Id="rId53" Type="http://schemas.openxmlformats.org/officeDocument/2006/relationships/font" Target="fonts/InterTight-boldItalic.fntdata"/><Relationship Id="rId52" Type="http://schemas.openxmlformats.org/officeDocument/2006/relationships/font" Target="fonts/InterTight-italic.fntdata"/><Relationship Id="rId11" Type="http://schemas.openxmlformats.org/officeDocument/2006/relationships/slide" Target="slides/slide3.xml"/><Relationship Id="rId55" Type="http://schemas.openxmlformats.org/officeDocument/2006/relationships/font" Target="fonts/RobotoMono-bold.fntdata"/><Relationship Id="rId10" Type="http://schemas.openxmlformats.org/officeDocument/2006/relationships/slide" Target="slides/slide2.xml"/><Relationship Id="rId54" Type="http://schemas.openxmlformats.org/officeDocument/2006/relationships/font" Target="fonts/RobotoMono-regular.fntdata"/><Relationship Id="rId13" Type="http://schemas.openxmlformats.org/officeDocument/2006/relationships/slide" Target="slides/slide5.xml"/><Relationship Id="rId57" Type="http://schemas.openxmlformats.org/officeDocument/2006/relationships/font" Target="fonts/RobotoMono-boldItalic.fntdata"/><Relationship Id="rId12" Type="http://schemas.openxmlformats.org/officeDocument/2006/relationships/slide" Target="slides/slide4.xml"/><Relationship Id="rId56" Type="http://schemas.openxmlformats.org/officeDocument/2006/relationships/font" Target="fonts/RobotoMono-italic.fntdata"/><Relationship Id="rId15" Type="http://schemas.openxmlformats.org/officeDocument/2006/relationships/slide" Target="slides/slide7.xml"/><Relationship Id="rId59" Type="http://schemas.openxmlformats.org/officeDocument/2006/relationships/font" Target="fonts/InterTightSemiBold-bold.fntdata"/><Relationship Id="rId14" Type="http://schemas.openxmlformats.org/officeDocument/2006/relationships/slide" Target="slides/slide6.xml"/><Relationship Id="rId58" Type="http://schemas.openxmlformats.org/officeDocument/2006/relationships/font" Target="fonts/InterTightSemiBold-regular.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3a6a3ab79a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33a6a3ab79a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3a6a3ab79a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33a6a3ab79a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3ac5a4f2a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33ac5a4f2a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33a6a3ab79a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g33a6a3ab79a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3a6a3ab79a_0_1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3a6a3ab79a_0_1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3a6a3ab79a_0_1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33a6a3ab79a_0_1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33a6a3ab79a_0_1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2" name="Google Shape;1292;g33a6a3ab79a_0_1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33a6a3ab79a_0_1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33a6a3ab79a_0_1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33a6a3ab79a_0_1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33a6a3ab79a_0_1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33a6a3ab79a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33a6a3ab79a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3a6a3ab79a_0_1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33a6a3ab79a_0_1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33a6a3ab79a_0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33a6a3ab79a_0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33a6a3ab79a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3" name="Google Shape;1353;g33a6a3ab79a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g33a6a3ab79a_0_1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8" name="Google Shape;1368;g33a6a3ab79a_0_1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33a6a3ab79a_0_1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33a6a3ab79a_0_1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33a6a3ab79a_0_1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33a6a3ab79a_0_1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33ac5a4f2a7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33ac5a4f2a7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spTree>
      <p:nvGrpSpPr>
        <p:cNvPr id="54" name="Shape 54"/>
        <p:cNvGrpSpPr/>
        <p:nvPr/>
      </p:nvGrpSpPr>
      <p:grpSpPr>
        <a:xfrm>
          <a:off x="0" y="0"/>
          <a:ext cx="0" cy="0"/>
          <a:chOff x="0" y="0"/>
          <a:chExt cx="0" cy="0"/>
        </a:xfrm>
      </p:grpSpPr>
      <p:sp>
        <p:nvSpPr>
          <p:cNvPr id="55" name="Google Shape;55;p14"/>
          <p:cNvSpPr/>
          <p:nvPr>
            <p:ph idx="2" type="pic"/>
          </p:nvPr>
        </p:nvSpPr>
        <p:spPr>
          <a:xfrm>
            <a:off x="6655200" y="2571900"/>
            <a:ext cx="2488800" cy="2580900"/>
          </a:xfrm>
          <a:prstGeom prst="rect">
            <a:avLst/>
          </a:prstGeom>
          <a:noFill/>
          <a:ln>
            <a:noFill/>
          </a:ln>
        </p:spPr>
      </p:sp>
      <p:sp>
        <p:nvSpPr>
          <p:cNvPr id="56" name="Google Shape;56;p14"/>
          <p:cNvSpPr/>
          <p:nvPr/>
        </p:nvSpPr>
        <p:spPr>
          <a:xfrm>
            <a:off x="0" y="0"/>
            <a:ext cx="6655200" cy="3234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6655200" y="0"/>
            <a:ext cx="2488800" cy="2571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0" y="3234000"/>
            <a:ext cx="6655200" cy="1909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t/>
            </a:r>
            <a:endParaRPr sz="1800">
              <a:solidFill>
                <a:schemeClr val="accent4"/>
              </a:solidFill>
              <a:latin typeface="Work Sans Medium"/>
              <a:ea typeface="Work Sans Medium"/>
              <a:cs typeface="Work Sans Medium"/>
              <a:sym typeface="Work Sans Medium"/>
            </a:endParaRPr>
          </a:p>
        </p:txBody>
      </p:sp>
      <p:sp>
        <p:nvSpPr>
          <p:cNvPr id="59" name="Google Shape;59;p14"/>
          <p:cNvSpPr txBox="1"/>
          <p:nvPr>
            <p:ph idx="1" type="subTitle"/>
          </p:nvPr>
        </p:nvSpPr>
        <p:spPr>
          <a:xfrm>
            <a:off x="6774850" y="0"/>
            <a:ext cx="2369100" cy="1983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Work Sans"/>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60" name="Google Shape;60;p14"/>
          <p:cNvSpPr txBox="1"/>
          <p:nvPr>
            <p:ph type="title"/>
          </p:nvPr>
        </p:nvSpPr>
        <p:spPr>
          <a:xfrm>
            <a:off x="0" y="0"/>
            <a:ext cx="6655200" cy="3234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6000"/>
              <a:buFont typeface="Work Sans"/>
              <a:buNone/>
              <a:defRPr sz="60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4"/>
          <p:cNvSpPr txBox="1"/>
          <p:nvPr>
            <p:ph idx="3" type="body"/>
          </p:nvPr>
        </p:nvSpPr>
        <p:spPr>
          <a:xfrm>
            <a:off x="131700" y="3950550"/>
            <a:ext cx="2964300" cy="4350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1"/>
              </a:buClr>
              <a:buSzPts val="2400"/>
              <a:buChar char="●"/>
              <a:defRPr sz="2400"/>
            </a:lvl1pPr>
            <a:lvl2pPr indent="-381000" lvl="1" marL="914400">
              <a:spcBef>
                <a:spcPts val="0"/>
              </a:spcBef>
              <a:spcAft>
                <a:spcPts val="0"/>
              </a:spcAft>
              <a:buClr>
                <a:schemeClr val="dk1"/>
              </a:buClr>
              <a:buSzPts val="2400"/>
              <a:buChar char="○"/>
              <a:defRPr sz="2400"/>
            </a:lvl2pPr>
            <a:lvl3pPr indent="-381000" lvl="2" marL="1371600">
              <a:spcBef>
                <a:spcPts val="0"/>
              </a:spcBef>
              <a:spcAft>
                <a:spcPts val="0"/>
              </a:spcAft>
              <a:buClr>
                <a:schemeClr val="dk1"/>
              </a:buClr>
              <a:buSzPts val="2400"/>
              <a:buChar char="■"/>
              <a:defRPr sz="2400"/>
            </a:lvl3pPr>
            <a:lvl4pPr indent="-381000" lvl="3" marL="1828800">
              <a:spcBef>
                <a:spcPts val="0"/>
              </a:spcBef>
              <a:spcAft>
                <a:spcPts val="0"/>
              </a:spcAft>
              <a:buClr>
                <a:schemeClr val="dk1"/>
              </a:buClr>
              <a:buSzPts val="2400"/>
              <a:buChar char="●"/>
              <a:defRPr sz="2400"/>
            </a:lvl4pPr>
            <a:lvl5pPr indent="-381000" lvl="4" marL="2286000">
              <a:spcBef>
                <a:spcPts val="0"/>
              </a:spcBef>
              <a:spcAft>
                <a:spcPts val="0"/>
              </a:spcAft>
              <a:buClr>
                <a:schemeClr val="dk1"/>
              </a:buClr>
              <a:buSzPts val="2400"/>
              <a:buChar char="○"/>
              <a:defRPr sz="2400"/>
            </a:lvl5pPr>
            <a:lvl6pPr indent="-381000" lvl="5" marL="2743200">
              <a:spcBef>
                <a:spcPts val="0"/>
              </a:spcBef>
              <a:spcAft>
                <a:spcPts val="0"/>
              </a:spcAft>
              <a:buClr>
                <a:schemeClr val="dk1"/>
              </a:buClr>
              <a:buSzPts val="2400"/>
              <a:buChar char="■"/>
              <a:defRPr sz="2400"/>
            </a:lvl6pPr>
            <a:lvl7pPr indent="-381000" lvl="6" marL="3200400">
              <a:spcBef>
                <a:spcPts val="0"/>
              </a:spcBef>
              <a:spcAft>
                <a:spcPts val="0"/>
              </a:spcAft>
              <a:buClr>
                <a:schemeClr val="dk1"/>
              </a:buClr>
              <a:buSzPts val="2400"/>
              <a:buChar char="●"/>
              <a:defRPr sz="2400"/>
            </a:lvl7pPr>
            <a:lvl8pPr indent="-381000" lvl="7" marL="3657600">
              <a:spcBef>
                <a:spcPts val="0"/>
              </a:spcBef>
              <a:spcAft>
                <a:spcPts val="0"/>
              </a:spcAft>
              <a:buClr>
                <a:schemeClr val="dk1"/>
              </a:buClr>
              <a:buSzPts val="2400"/>
              <a:buChar char="○"/>
              <a:defRPr sz="2400"/>
            </a:lvl8pPr>
            <a:lvl9pPr indent="-381000" lvl="8" marL="4114800">
              <a:spcBef>
                <a:spcPts val="0"/>
              </a:spcBef>
              <a:spcAft>
                <a:spcPts val="0"/>
              </a:spcAft>
              <a:buClr>
                <a:schemeClr val="dk1"/>
              </a:buClr>
              <a:buSzPts val="2400"/>
              <a:buChar char="■"/>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sk" type="secHead">
  <p:cSld name="SECTION_HEADER">
    <p:spTree>
      <p:nvGrpSpPr>
        <p:cNvPr id="62" name="Shape 62"/>
        <p:cNvGrpSpPr/>
        <p:nvPr/>
      </p:nvGrpSpPr>
      <p:grpSpPr>
        <a:xfrm>
          <a:off x="0" y="0"/>
          <a:ext cx="0" cy="0"/>
          <a:chOff x="0" y="0"/>
          <a:chExt cx="0" cy="0"/>
        </a:xfrm>
      </p:grpSpPr>
      <p:sp>
        <p:nvSpPr>
          <p:cNvPr id="63" name="Google Shape;63;p15"/>
          <p:cNvSpPr/>
          <p:nvPr/>
        </p:nvSpPr>
        <p:spPr>
          <a:xfrm>
            <a:off x="0" y="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6055500" y="3408425"/>
            <a:ext cx="3088500" cy="1735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5" name="Google Shape;65;p15"/>
          <p:cNvSpPr/>
          <p:nvPr/>
        </p:nvSpPr>
        <p:spPr>
          <a:xfrm>
            <a:off x="747600" y="0"/>
            <a:ext cx="5307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66" name="Google Shape;66;p15"/>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67" name="Google Shape;67;p15"/>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68" name="Google Shape;68;p15"/>
          <p:cNvSpPr/>
          <p:nvPr>
            <p:ph idx="3" type="pic"/>
          </p:nvPr>
        </p:nvSpPr>
        <p:spPr>
          <a:xfrm>
            <a:off x="6055500" y="0"/>
            <a:ext cx="3088500" cy="3408300"/>
          </a:xfrm>
          <a:prstGeom prst="rect">
            <a:avLst/>
          </a:prstGeom>
          <a:noFill/>
          <a:ln>
            <a:noFill/>
          </a:ln>
        </p:spPr>
      </p:sp>
      <p:sp>
        <p:nvSpPr>
          <p:cNvPr id="69" name="Google Shape;69;p15"/>
          <p:cNvSpPr txBox="1"/>
          <p:nvPr>
            <p:ph idx="4" type="body"/>
          </p:nvPr>
        </p:nvSpPr>
        <p:spPr>
          <a:xfrm>
            <a:off x="6059050" y="4398400"/>
            <a:ext cx="1430400" cy="745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Work Sans Medium"/>
              <a:buChar char="●"/>
              <a:defRPr>
                <a:latin typeface="Work Sans Medium"/>
                <a:ea typeface="Work Sans Medium"/>
                <a:cs typeface="Work Sans Medium"/>
                <a:sym typeface="Work Sans Medium"/>
              </a:defRPr>
            </a:lvl1pPr>
            <a:lvl2pPr indent="-304800" lvl="1" marL="914400">
              <a:spcBef>
                <a:spcPts val="0"/>
              </a:spcBef>
              <a:spcAft>
                <a:spcPts val="0"/>
              </a:spcAft>
              <a:buSzPts val="1200"/>
              <a:buFont typeface="Work Sans Medium"/>
              <a:buChar char="○"/>
              <a:defRPr>
                <a:latin typeface="Work Sans Medium"/>
                <a:ea typeface="Work Sans Medium"/>
                <a:cs typeface="Work Sans Medium"/>
                <a:sym typeface="Work Sans Medium"/>
              </a:defRPr>
            </a:lvl2pPr>
            <a:lvl3pPr indent="-304800" lvl="2" marL="1371600">
              <a:spcBef>
                <a:spcPts val="0"/>
              </a:spcBef>
              <a:spcAft>
                <a:spcPts val="0"/>
              </a:spcAft>
              <a:buSzPts val="1200"/>
              <a:buFont typeface="Work Sans Medium"/>
              <a:buChar char="■"/>
              <a:defRPr>
                <a:latin typeface="Work Sans Medium"/>
                <a:ea typeface="Work Sans Medium"/>
                <a:cs typeface="Work Sans Medium"/>
                <a:sym typeface="Work Sans Medium"/>
              </a:defRPr>
            </a:lvl3pPr>
            <a:lvl4pPr indent="-304800" lvl="3" marL="1828800">
              <a:spcBef>
                <a:spcPts val="0"/>
              </a:spcBef>
              <a:spcAft>
                <a:spcPts val="0"/>
              </a:spcAft>
              <a:buSzPts val="1200"/>
              <a:buFont typeface="Work Sans Medium"/>
              <a:buChar char="●"/>
              <a:defRPr>
                <a:latin typeface="Work Sans Medium"/>
                <a:ea typeface="Work Sans Medium"/>
                <a:cs typeface="Work Sans Medium"/>
                <a:sym typeface="Work Sans Medium"/>
              </a:defRPr>
            </a:lvl4pPr>
            <a:lvl5pPr indent="-304800" lvl="4" marL="2286000">
              <a:spcBef>
                <a:spcPts val="0"/>
              </a:spcBef>
              <a:spcAft>
                <a:spcPts val="0"/>
              </a:spcAft>
              <a:buSzPts val="1200"/>
              <a:buFont typeface="Work Sans Medium"/>
              <a:buChar char="○"/>
              <a:defRPr>
                <a:latin typeface="Work Sans Medium"/>
                <a:ea typeface="Work Sans Medium"/>
                <a:cs typeface="Work Sans Medium"/>
                <a:sym typeface="Work Sans Medium"/>
              </a:defRPr>
            </a:lvl5pPr>
            <a:lvl6pPr indent="-304800" lvl="5" marL="2743200">
              <a:spcBef>
                <a:spcPts val="0"/>
              </a:spcBef>
              <a:spcAft>
                <a:spcPts val="0"/>
              </a:spcAft>
              <a:buSzPts val="1200"/>
              <a:buFont typeface="Work Sans Medium"/>
              <a:buChar char="■"/>
              <a:defRPr>
                <a:latin typeface="Work Sans Medium"/>
                <a:ea typeface="Work Sans Medium"/>
                <a:cs typeface="Work Sans Medium"/>
                <a:sym typeface="Work Sans Medium"/>
              </a:defRPr>
            </a:lvl6pPr>
            <a:lvl7pPr indent="-304800" lvl="6" marL="3200400">
              <a:spcBef>
                <a:spcPts val="0"/>
              </a:spcBef>
              <a:spcAft>
                <a:spcPts val="0"/>
              </a:spcAft>
              <a:buSzPts val="1200"/>
              <a:buFont typeface="Work Sans Medium"/>
              <a:buChar char="●"/>
              <a:defRPr>
                <a:latin typeface="Work Sans Medium"/>
                <a:ea typeface="Work Sans Medium"/>
                <a:cs typeface="Work Sans Medium"/>
                <a:sym typeface="Work Sans Medium"/>
              </a:defRPr>
            </a:lvl7pPr>
            <a:lvl8pPr indent="-304800" lvl="7" marL="3657600">
              <a:spcBef>
                <a:spcPts val="0"/>
              </a:spcBef>
              <a:spcAft>
                <a:spcPts val="0"/>
              </a:spcAft>
              <a:buSzPts val="1200"/>
              <a:buFont typeface="Work Sans Medium"/>
              <a:buChar char="○"/>
              <a:defRPr>
                <a:latin typeface="Work Sans Medium"/>
                <a:ea typeface="Work Sans Medium"/>
                <a:cs typeface="Work Sans Medium"/>
                <a:sym typeface="Work Sans Medium"/>
              </a:defRPr>
            </a:lvl8pPr>
            <a:lvl9pPr indent="-304800" lvl="8" marL="4114800">
              <a:spcBef>
                <a:spcPts val="0"/>
              </a:spcBef>
              <a:spcAft>
                <a:spcPts val="0"/>
              </a:spcAft>
              <a:buSzPts val="1200"/>
              <a:buFont typeface="Work Sans Medium"/>
              <a:buChar char="■"/>
              <a:defRPr>
                <a:latin typeface="Work Sans Medium"/>
                <a:ea typeface="Work Sans Medium"/>
                <a:cs typeface="Work Sans Medium"/>
                <a:sym typeface="Work Sans Medium"/>
              </a:defRPr>
            </a:lvl9pPr>
          </a:lstStyle>
          <a:p/>
        </p:txBody>
      </p:sp>
      <p:sp>
        <p:nvSpPr>
          <p:cNvPr id="70" name="Google Shape;70;p15"/>
          <p:cNvSpPr txBox="1"/>
          <p:nvPr>
            <p:ph type="title"/>
          </p:nvPr>
        </p:nvSpPr>
        <p:spPr>
          <a:xfrm>
            <a:off x="1064600" y="1401375"/>
            <a:ext cx="3439200" cy="888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5"/>
          <p:cNvSpPr txBox="1"/>
          <p:nvPr>
            <p:ph idx="5" type="title"/>
          </p:nvPr>
        </p:nvSpPr>
        <p:spPr>
          <a:xfrm>
            <a:off x="6055500" y="3408300"/>
            <a:ext cx="1811400" cy="888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3400"/>
              <a:buNone/>
              <a:defRPr sz="3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2" name="Google Shape;72;p15"/>
          <p:cNvSpPr txBox="1"/>
          <p:nvPr>
            <p:ph idx="6" type="body"/>
          </p:nvPr>
        </p:nvSpPr>
        <p:spPr>
          <a:xfrm>
            <a:off x="1064600" y="2668225"/>
            <a:ext cx="4464600" cy="2174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Work Sans"/>
              <a:buChar char="●"/>
              <a:defRPr/>
            </a:lvl1pPr>
            <a:lvl2pPr indent="-304800" lvl="1" marL="914400">
              <a:spcBef>
                <a:spcPts val="0"/>
              </a:spcBef>
              <a:spcAft>
                <a:spcPts val="0"/>
              </a:spcAft>
              <a:buClr>
                <a:schemeClr val="dk1"/>
              </a:buClr>
              <a:buSzPts val="1200"/>
              <a:buFont typeface="Work Sans"/>
              <a:buChar char="○"/>
              <a:defRPr/>
            </a:lvl2pPr>
            <a:lvl3pPr indent="-304800" lvl="2" marL="1371600">
              <a:spcBef>
                <a:spcPts val="0"/>
              </a:spcBef>
              <a:spcAft>
                <a:spcPts val="0"/>
              </a:spcAft>
              <a:buClr>
                <a:schemeClr val="dk1"/>
              </a:buClr>
              <a:buSzPts val="1200"/>
              <a:buFont typeface="Work Sans"/>
              <a:buChar char="■"/>
              <a:defRPr/>
            </a:lvl3pPr>
            <a:lvl4pPr indent="-304800" lvl="3" marL="1828800">
              <a:spcBef>
                <a:spcPts val="0"/>
              </a:spcBef>
              <a:spcAft>
                <a:spcPts val="0"/>
              </a:spcAft>
              <a:buClr>
                <a:schemeClr val="dk1"/>
              </a:buClr>
              <a:buSzPts val="1200"/>
              <a:buFont typeface="Work Sans"/>
              <a:buChar char="●"/>
              <a:defRPr/>
            </a:lvl4pPr>
            <a:lvl5pPr indent="-304800" lvl="4" marL="2286000">
              <a:spcBef>
                <a:spcPts val="0"/>
              </a:spcBef>
              <a:spcAft>
                <a:spcPts val="0"/>
              </a:spcAft>
              <a:buClr>
                <a:schemeClr val="dk1"/>
              </a:buClr>
              <a:buSzPts val="1200"/>
              <a:buFont typeface="Work Sans"/>
              <a:buChar char="○"/>
              <a:defRPr/>
            </a:lvl5pPr>
            <a:lvl6pPr indent="-304800" lvl="5" marL="2743200">
              <a:spcBef>
                <a:spcPts val="0"/>
              </a:spcBef>
              <a:spcAft>
                <a:spcPts val="0"/>
              </a:spcAft>
              <a:buClr>
                <a:schemeClr val="dk1"/>
              </a:buClr>
              <a:buSzPts val="1200"/>
              <a:buFont typeface="Work Sans"/>
              <a:buChar char="■"/>
              <a:defRPr/>
            </a:lvl6pPr>
            <a:lvl7pPr indent="-304800" lvl="6" marL="3200400">
              <a:spcBef>
                <a:spcPts val="0"/>
              </a:spcBef>
              <a:spcAft>
                <a:spcPts val="0"/>
              </a:spcAft>
              <a:buClr>
                <a:schemeClr val="dk1"/>
              </a:buClr>
              <a:buSzPts val="1200"/>
              <a:buFont typeface="Work Sans"/>
              <a:buChar char="●"/>
              <a:defRPr/>
            </a:lvl7pPr>
            <a:lvl8pPr indent="-304800" lvl="7" marL="3657600">
              <a:spcBef>
                <a:spcPts val="0"/>
              </a:spcBef>
              <a:spcAft>
                <a:spcPts val="0"/>
              </a:spcAft>
              <a:buClr>
                <a:schemeClr val="dk1"/>
              </a:buClr>
              <a:buSzPts val="1200"/>
              <a:buFont typeface="Work Sans"/>
              <a:buChar char="○"/>
              <a:defRPr/>
            </a:lvl8pPr>
            <a:lvl9pPr indent="-304800" lvl="8" marL="4114800">
              <a:spcBef>
                <a:spcPts val="0"/>
              </a:spcBef>
              <a:spcAft>
                <a:spcPts val="0"/>
              </a:spcAft>
              <a:buClr>
                <a:schemeClr val="dk1"/>
              </a:buClr>
              <a:buSzPts val="1200"/>
              <a:buFont typeface="Work Sans"/>
              <a:buChar char="■"/>
              <a:defRPr/>
            </a:lvl9pPr>
          </a:lstStyle>
          <a:p/>
        </p:txBody>
      </p:sp>
      <p:sp>
        <p:nvSpPr>
          <p:cNvPr id="73" name="Google Shape;73;p15"/>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type="tx">
  <p:cSld name="TITLE_AND_BODY">
    <p:spTree>
      <p:nvGrpSpPr>
        <p:cNvPr id="74" name="Shape 74"/>
        <p:cNvGrpSpPr/>
        <p:nvPr/>
      </p:nvGrpSpPr>
      <p:grpSpPr>
        <a:xfrm>
          <a:off x="0" y="0"/>
          <a:ext cx="0" cy="0"/>
          <a:chOff x="0" y="0"/>
          <a:chExt cx="0" cy="0"/>
        </a:xfrm>
      </p:grpSpPr>
      <p:sp>
        <p:nvSpPr>
          <p:cNvPr id="75" name="Google Shape;75;p16"/>
          <p:cNvSpPr/>
          <p:nvPr>
            <p:ph idx="2" type="pic"/>
          </p:nvPr>
        </p:nvSpPr>
        <p:spPr>
          <a:xfrm>
            <a:off x="7008875" y="0"/>
            <a:ext cx="2135100" cy="2215200"/>
          </a:xfrm>
          <a:prstGeom prst="rect">
            <a:avLst/>
          </a:prstGeom>
          <a:noFill/>
          <a:ln>
            <a:noFill/>
          </a:ln>
        </p:spPr>
      </p:sp>
      <p:sp>
        <p:nvSpPr>
          <p:cNvPr id="76" name="Google Shape;76;p16"/>
          <p:cNvSpPr/>
          <p:nvPr>
            <p:ph idx="3" type="pic"/>
          </p:nvPr>
        </p:nvSpPr>
        <p:spPr>
          <a:xfrm>
            <a:off x="4791600" y="2215125"/>
            <a:ext cx="2215200" cy="2928300"/>
          </a:xfrm>
          <a:prstGeom prst="rect">
            <a:avLst/>
          </a:prstGeom>
          <a:noFill/>
          <a:ln>
            <a:noFill/>
          </a:ln>
        </p:spPr>
      </p:sp>
      <p:sp>
        <p:nvSpPr>
          <p:cNvPr id="77" name="Google Shape;77;p16"/>
          <p:cNvSpPr/>
          <p:nvPr/>
        </p:nvSpPr>
        <p:spPr>
          <a:xfrm>
            <a:off x="0" y="0"/>
            <a:ext cx="7662600" cy="2215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78" name="Google Shape;78;p16"/>
          <p:cNvSpPr/>
          <p:nvPr/>
        </p:nvSpPr>
        <p:spPr>
          <a:xfrm>
            <a:off x="0" y="2215125"/>
            <a:ext cx="4791600" cy="292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9" name="Google Shape;79;p16"/>
          <p:cNvSpPr/>
          <p:nvPr/>
        </p:nvSpPr>
        <p:spPr>
          <a:xfrm>
            <a:off x="7008875" y="2215200"/>
            <a:ext cx="2135100" cy="2928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0" name="Google Shape;80;p16"/>
          <p:cNvSpPr txBox="1"/>
          <p:nvPr>
            <p:ph idx="1" type="subTitle"/>
          </p:nvPr>
        </p:nvSpPr>
        <p:spPr>
          <a:xfrm>
            <a:off x="145500" y="3929025"/>
            <a:ext cx="2215200" cy="12144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2400"/>
              <a:buFont typeface="Work Sans Medium"/>
              <a:buNone/>
              <a:defRPr sz="2400">
                <a:latin typeface="Work Sans Medium"/>
                <a:ea typeface="Work Sans Medium"/>
                <a:cs typeface="Work Sans Medium"/>
                <a:sym typeface="Work Sans Medium"/>
              </a:defRPr>
            </a:lvl1pPr>
            <a:lvl2pPr lvl="1">
              <a:spcBef>
                <a:spcPts val="0"/>
              </a:spcBef>
              <a:spcAft>
                <a:spcPts val="0"/>
              </a:spcAft>
              <a:buClr>
                <a:schemeClr val="dk1"/>
              </a:buClr>
              <a:buSzPts val="2400"/>
              <a:buFont typeface="Work Sans Medium"/>
              <a:buNone/>
              <a:defRPr sz="2400">
                <a:latin typeface="Work Sans Medium"/>
                <a:ea typeface="Work Sans Medium"/>
                <a:cs typeface="Work Sans Medium"/>
                <a:sym typeface="Work Sans Medium"/>
              </a:defRPr>
            </a:lvl2pPr>
            <a:lvl3pPr lvl="2">
              <a:spcBef>
                <a:spcPts val="0"/>
              </a:spcBef>
              <a:spcAft>
                <a:spcPts val="0"/>
              </a:spcAft>
              <a:buClr>
                <a:schemeClr val="dk1"/>
              </a:buClr>
              <a:buSzPts val="2400"/>
              <a:buFont typeface="Work Sans Medium"/>
              <a:buNone/>
              <a:defRPr sz="2400">
                <a:latin typeface="Work Sans Medium"/>
                <a:ea typeface="Work Sans Medium"/>
                <a:cs typeface="Work Sans Medium"/>
                <a:sym typeface="Work Sans Medium"/>
              </a:defRPr>
            </a:lvl3pPr>
            <a:lvl4pPr lvl="3">
              <a:spcBef>
                <a:spcPts val="0"/>
              </a:spcBef>
              <a:spcAft>
                <a:spcPts val="0"/>
              </a:spcAft>
              <a:buClr>
                <a:schemeClr val="dk1"/>
              </a:buClr>
              <a:buSzPts val="2400"/>
              <a:buFont typeface="Work Sans Medium"/>
              <a:buNone/>
              <a:defRPr sz="2400">
                <a:latin typeface="Work Sans Medium"/>
                <a:ea typeface="Work Sans Medium"/>
                <a:cs typeface="Work Sans Medium"/>
                <a:sym typeface="Work Sans Medium"/>
              </a:defRPr>
            </a:lvl4pPr>
            <a:lvl5pPr lvl="4">
              <a:spcBef>
                <a:spcPts val="0"/>
              </a:spcBef>
              <a:spcAft>
                <a:spcPts val="0"/>
              </a:spcAft>
              <a:buClr>
                <a:schemeClr val="dk1"/>
              </a:buClr>
              <a:buSzPts val="2400"/>
              <a:buFont typeface="Work Sans Medium"/>
              <a:buNone/>
              <a:defRPr sz="2400">
                <a:latin typeface="Work Sans Medium"/>
                <a:ea typeface="Work Sans Medium"/>
                <a:cs typeface="Work Sans Medium"/>
                <a:sym typeface="Work Sans Medium"/>
              </a:defRPr>
            </a:lvl5pPr>
            <a:lvl6pPr lvl="5">
              <a:spcBef>
                <a:spcPts val="0"/>
              </a:spcBef>
              <a:spcAft>
                <a:spcPts val="0"/>
              </a:spcAft>
              <a:buClr>
                <a:schemeClr val="dk1"/>
              </a:buClr>
              <a:buSzPts val="2400"/>
              <a:buFont typeface="Work Sans Medium"/>
              <a:buNone/>
              <a:defRPr sz="2400">
                <a:latin typeface="Work Sans Medium"/>
                <a:ea typeface="Work Sans Medium"/>
                <a:cs typeface="Work Sans Medium"/>
                <a:sym typeface="Work Sans Medium"/>
              </a:defRPr>
            </a:lvl6pPr>
            <a:lvl7pPr lvl="6">
              <a:spcBef>
                <a:spcPts val="0"/>
              </a:spcBef>
              <a:spcAft>
                <a:spcPts val="0"/>
              </a:spcAft>
              <a:buClr>
                <a:schemeClr val="dk1"/>
              </a:buClr>
              <a:buSzPts val="2400"/>
              <a:buFont typeface="Work Sans Medium"/>
              <a:buNone/>
              <a:defRPr sz="2400">
                <a:latin typeface="Work Sans Medium"/>
                <a:ea typeface="Work Sans Medium"/>
                <a:cs typeface="Work Sans Medium"/>
                <a:sym typeface="Work Sans Medium"/>
              </a:defRPr>
            </a:lvl7pPr>
            <a:lvl8pPr lvl="7">
              <a:spcBef>
                <a:spcPts val="0"/>
              </a:spcBef>
              <a:spcAft>
                <a:spcPts val="0"/>
              </a:spcAft>
              <a:buClr>
                <a:schemeClr val="dk1"/>
              </a:buClr>
              <a:buSzPts val="2400"/>
              <a:buFont typeface="Work Sans Medium"/>
              <a:buNone/>
              <a:defRPr sz="2400">
                <a:latin typeface="Work Sans Medium"/>
                <a:ea typeface="Work Sans Medium"/>
                <a:cs typeface="Work Sans Medium"/>
                <a:sym typeface="Work Sans Medium"/>
              </a:defRPr>
            </a:lvl8pPr>
            <a:lvl9pPr lvl="8">
              <a:spcBef>
                <a:spcPts val="0"/>
              </a:spcBef>
              <a:spcAft>
                <a:spcPts val="0"/>
              </a:spcAft>
              <a:buClr>
                <a:schemeClr val="dk1"/>
              </a:buClr>
              <a:buSzPts val="2400"/>
              <a:buFont typeface="Work Sans Medium"/>
              <a:buNone/>
              <a:defRPr sz="2400">
                <a:latin typeface="Work Sans Medium"/>
                <a:ea typeface="Work Sans Medium"/>
                <a:cs typeface="Work Sans Medium"/>
                <a:sym typeface="Work Sans Medium"/>
              </a:defRPr>
            </a:lvl9pPr>
          </a:lstStyle>
          <a:p/>
        </p:txBody>
      </p:sp>
      <p:sp>
        <p:nvSpPr>
          <p:cNvPr id="81" name="Google Shape;81;p16"/>
          <p:cNvSpPr txBox="1"/>
          <p:nvPr>
            <p:ph type="title"/>
          </p:nvPr>
        </p:nvSpPr>
        <p:spPr>
          <a:xfrm>
            <a:off x="145500" y="-100"/>
            <a:ext cx="4791600" cy="8880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5000"/>
              <a:buFont typeface="Work Sans"/>
              <a:buNone/>
              <a:defRPr sz="150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s" type="twoColTx">
  <p:cSld name="TITLE_AND_TWO_COLUMNS">
    <p:spTree>
      <p:nvGrpSpPr>
        <p:cNvPr id="82" name="Shape 82"/>
        <p:cNvGrpSpPr/>
        <p:nvPr/>
      </p:nvGrpSpPr>
      <p:grpSpPr>
        <a:xfrm>
          <a:off x="0" y="0"/>
          <a:ext cx="0" cy="0"/>
          <a:chOff x="0" y="0"/>
          <a:chExt cx="0" cy="0"/>
        </a:xfrm>
      </p:grpSpPr>
      <p:sp>
        <p:nvSpPr>
          <p:cNvPr id="83" name="Google Shape;83;p17"/>
          <p:cNvSpPr/>
          <p:nvPr/>
        </p:nvSpPr>
        <p:spPr>
          <a:xfrm>
            <a:off x="747600" y="0"/>
            <a:ext cx="45123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chemeClr val="dk1"/>
              </a:solidFill>
            </a:endParaRPr>
          </a:p>
        </p:txBody>
      </p:sp>
      <p:sp>
        <p:nvSpPr>
          <p:cNvPr id="84" name="Google Shape;84;p17"/>
          <p:cNvSpPr/>
          <p:nvPr/>
        </p:nvSpPr>
        <p:spPr>
          <a:xfrm>
            <a:off x="5259825" y="0"/>
            <a:ext cx="3888000" cy="2571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5" name="Google Shape;85;p17"/>
          <p:cNvSpPr/>
          <p:nvPr/>
        </p:nvSpPr>
        <p:spPr>
          <a:xfrm>
            <a:off x="5259900" y="2571750"/>
            <a:ext cx="1947300" cy="2571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6" name="Google Shape;86;p17"/>
          <p:cNvSpPr/>
          <p:nvPr/>
        </p:nvSpPr>
        <p:spPr>
          <a:xfrm>
            <a:off x="7210800" y="3857775"/>
            <a:ext cx="1947300" cy="1286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7" name="Google Shape;87;p17"/>
          <p:cNvSpPr/>
          <p:nvPr/>
        </p:nvSpPr>
        <p:spPr>
          <a:xfrm>
            <a:off x="7207200" y="2571750"/>
            <a:ext cx="1947300" cy="12861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8" name="Google Shape;88;p17"/>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90" name="Google Shape;90;p17"/>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91" name="Google Shape;91;p17"/>
          <p:cNvSpPr txBox="1"/>
          <p:nvPr>
            <p:ph type="title"/>
          </p:nvPr>
        </p:nvSpPr>
        <p:spPr>
          <a:xfrm>
            <a:off x="1037175" y="1735275"/>
            <a:ext cx="3969300" cy="3262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400"/>
              <a:buFont typeface="Work Sans Medium"/>
              <a:buNone/>
              <a:defRPr>
                <a:solidFill>
                  <a:schemeClr val="lt1"/>
                </a:solidFill>
              </a:defRPr>
            </a:lvl1pPr>
            <a:lvl2pPr lvl="1">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92" name="Google Shape;92;p17"/>
          <p:cNvSpPr txBox="1"/>
          <p:nvPr>
            <p:ph idx="3" type="title"/>
          </p:nvPr>
        </p:nvSpPr>
        <p:spPr>
          <a:xfrm>
            <a:off x="5263800" y="50"/>
            <a:ext cx="3738600" cy="1375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0"/>
              <a:buFont typeface="Work Sans Medium"/>
              <a:buNone/>
              <a:defRPr sz="12000"/>
            </a:lvl1pPr>
            <a:lvl2pPr lvl="1">
              <a:spcBef>
                <a:spcPts val="0"/>
              </a:spcBef>
              <a:spcAft>
                <a:spcPts val="0"/>
              </a:spcAft>
              <a:buSzPts val="12000"/>
              <a:buFont typeface="Work Sans"/>
              <a:buNone/>
              <a:defRPr sz="12000"/>
            </a:lvl2pPr>
            <a:lvl3pPr lvl="2">
              <a:spcBef>
                <a:spcPts val="0"/>
              </a:spcBef>
              <a:spcAft>
                <a:spcPts val="0"/>
              </a:spcAft>
              <a:buSzPts val="12000"/>
              <a:buFont typeface="Work Sans"/>
              <a:buNone/>
              <a:defRPr sz="12000"/>
            </a:lvl3pPr>
            <a:lvl4pPr lvl="3">
              <a:spcBef>
                <a:spcPts val="0"/>
              </a:spcBef>
              <a:spcAft>
                <a:spcPts val="0"/>
              </a:spcAft>
              <a:buSzPts val="12000"/>
              <a:buFont typeface="Work Sans"/>
              <a:buNone/>
              <a:defRPr sz="12000"/>
            </a:lvl4pPr>
            <a:lvl5pPr lvl="4">
              <a:spcBef>
                <a:spcPts val="0"/>
              </a:spcBef>
              <a:spcAft>
                <a:spcPts val="0"/>
              </a:spcAft>
              <a:buSzPts val="12000"/>
              <a:buFont typeface="Work Sans"/>
              <a:buNone/>
              <a:defRPr sz="12000"/>
            </a:lvl5pPr>
            <a:lvl6pPr lvl="5">
              <a:spcBef>
                <a:spcPts val="0"/>
              </a:spcBef>
              <a:spcAft>
                <a:spcPts val="0"/>
              </a:spcAft>
              <a:buSzPts val="12000"/>
              <a:buFont typeface="Work Sans"/>
              <a:buNone/>
              <a:defRPr sz="12000"/>
            </a:lvl6pPr>
            <a:lvl7pPr lvl="6">
              <a:spcBef>
                <a:spcPts val="0"/>
              </a:spcBef>
              <a:spcAft>
                <a:spcPts val="0"/>
              </a:spcAft>
              <a:buSzPts val="12000"/>
              <a:buFont typeface="Work Sans"/>
              <a:buNone/>
              <a:defRPr sz="12000"/>
            </a:lvl7pPr>
            <a:lvl8pPr lvl="7">
              <a:spcBef>
                <a:spcPts val="0"/>
              </a:spcBef>
              <a:spcAft>
                <a:spcPts val="0"/>
              </a:spcAft>
              <a:buSzPts val="12000"/>
              <a:buFont typeface="Work Sans"/>
              <a:buNone/>
              <a:defRPr sz="12000"/>
            </a:lvl8pPr>
            <a:lvl9pPr lvl="8">
              <a:spcBef>
                <a:spcPts val="0"/>
              </a:spcBef>
              <a:spcAft>
                <a:spcPts val="0"/>
              </a:spcAft>
              <a:buSzPts val="12000"/>
              <a:buFont typeface="Work Sans"/>
              <a:buNone/>
              <a:defRPr sz="12000"/>
            </a:lvl9pPr>
          </a:lstStyle>
          <a:p/>
        </p:txBody>
      </p:sp>
      <p:sp>
        <p:nvSpPr>
          <p:cNvPr id="93" name="Google Shape;93;p17"/>
          <p:cNvSpPr txBox="1"/>
          <p:nvPr>
            <p:ph idx="4" type="title"/>
          </p:nvPr>
        </p:nvSpPr>
        <p:spPr>
          <a:xfrm>
            <a:off x="5259825" y="2571900"/>
            <a:ext cx="1947300" cy="1375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6000"/>
              <a:buFont typeface="Work Sans Medium"/>
              <a:buNone/>
              <a:defRPr sz="6000"/>
            </a:lvl1pPr>
            <a:lvl2pPr lvl="1">
              <a:spcBef>
                <a:spcPts val="0"/>
              </a:spcBef>
              <a:spcAft>
                <a:spcPts val="0"/>
              </a:spcAft>
              <a:buSzPts val="6000"/>
              <a:buFont typeface="Work Sans"/>
              <a:buNone/>
              <a:defRPr sz="6000"/>
            </a:lvl2pPr>
            <a:lvl3pPr lvl="2">
              <a:spcBef>
                <a:spcPts val="0"/>
              </a:spcBef>
              <a:spcAft>
                <a:spcPts val="0"/>
              </a:spcAft>
              <a:buSzPts val="6000"/>
              <a:buFont typeface="Work Sans"/>
              <a:buNone/>
              <a:defRPr sz="6000"/>
            </a:lvl3pPr>
            <a:lvl4pPr lvl="3">
              <a:spcBef>
                <a:spcPts val="0"/>
              </a:spcBef>
              <a:spcAft>
                <a:spcPts val="0"/>
              </a:spcAft>
              <a:buSzPts val="6000"/>
              <a:buFont typeface="Work Sans"/>
              <a:buNone/>
              <a:defRPr sz="6000"/>
            </a:lvl4pPr>
            <a:lvl5pPr lvl="4">
              <a:spcBef>
                <a:spcPts val="0"/>
              </a:spcBef>
              <a:spcAft>
                <a:spcPts val="0"/>
              </a:spcAft>
              <a:buSzPts val="6000"/>
              <a:buFont typeface="Work Sans"/>
              <a:buNone/>
              <a:defRPr sz="6000"/>
            </a:lvl5pPr>
            <a:lvl6pPr lvl="5">
              <a:spcBef>
                <a:spcPts val="0"/>
              </a:spcBef>
              <a:spcAft>
                <a:spcPts val="0"/>
              </a:spcAft>
              <a:buSzPts val="6000"/>
              <a:buFont typeface="Work Sans"/>
              <a:buNone/>
              <a:defRPr sz="6000"/>
            </a:lvl6pPr>
            <a:lvl7pPr lvl="6">
              <a:spcBef>
                <a:spcPts val="0"/>
              </a:spcBef>
              <a:spcAft>
                <a:spcPts val="0"/>
              </a:spcAft>
              <a:buSzPts val="6000"/>
              <a:buFont typeface="Work Sans"/>
              <a:buNone/>
              <a:defRPr sz="6000"/>
            </a:lvl7pPr>
            <a:lvl8pPr lvl="7">
              <a:spcBef>
                <a:spcPts val="0"/>
              </a:spcBef>
              <a:spcAft>
                <a:spcPts val="0"/>
              </a:spcAft>
              <a:buSzPts val="6000"/>
              <a:buFont typeface="Work Sans"/>
              <a:buNone/>
              <a:defRPr sz="6000"/>
            </a:lvl8pPr>
            <a:lvl9pPr lvl="8">
              <a:spcBef>
                <a:spcPts val="0"/>
              </a:spcBef>
              <a:spcAft>
                <a:spcPts val="0"/>
              </a:spcAft>
              <a:buSzPts val="6000"/>
              <a:buFont typeface="Work Sans"/>
              <a:buNone/>
              <a:defRPr sz="6000"/>
            </a:lvl9pPr>
          </a:lstStyle>
          <a:p/>
        </p:txBody>
      </p:sp>
      <p:sp>
        <p:nvSpPr>
          <p:cNvPr id="94" name="Google Shape;94;p17"/>
          <p:cNvSpPr txBox="1"/>
          <p:nvPr>
            <p:ph idx="5" type="title"/>
          </p:nvPr>
        </p:nvSpPr>
        <p:spPr>
          <a:xfrm>
            <a:off x="7207200" y="2572025"/>
            <a:ext cx="1947300" cy="1286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Font typeface="Work Sans Medium"/>
              <a:buNone/>
              <a:defRPr sz="6000">
                <a:solidFill>
                  <a:schemeClr val="lt1"/>
                </a:solidFill>
              </a:defRPr>
            </a:lvl1pPr>
            <a:lvl2pPr lvl="1">
              <a:spcBef>
                <a:spcPts val="0"/>
              </a:spcBef>
              <a:spcAft>
                <a:spcPts val="0"/>
              </a:spcAft>
              <a:buSzPts val="6000"/>
              <a:buFont typeface="Work Sans"/>
              <a:buNone/>
              <a:defRPr sz="6000"/>
            </a:lvl2pPr>
            <a:lvl3pPr lvl="2">
              <a:spcBef>
                <a:spcPts val="0"/>
              </a:spcBef>
              <a:spcAft>
                <a:spcPts val="0"/>
              </a:spcAft>
              <a:buSzPts val="6000"/>
              <a:buFont typeface="Work Sans"/>
              <a:buNone/>
              <a:defRPr sz="6000"/>
            </a:lvl3pPr>
            <a:lvl4pPr lvl="3">
              <a:spcBef>
                <a:spcPts val="0"/>
              </a:spcBef>
              <a:spcAft>
                <a:spcPts val="0"/>
              </a:spcAft>
              <a:buSzPts val="6000"/>
              <a:buFont typeface="Work Sans"/>
              <a:buNone/>
              <a:defRPr sz="6000"/>
            </a:lvl4pPr>
            <a:lvl5pPr lvl="4">
              <a:spcBef>
                <a:spcPts val="0"/>
              </a:spcBef>
              <a:spcAft>
                <a:spcPts val="0"/>
              </a:spcAft>
              <a:buSzPts val="6000"/>
              <a:buFont typeface="Work Sans"/>
              <a:buNone/>
              <a:defRPr sz="6000"/>
            </a:lvl5pPr>
            <a:lvl6pPr lvl="5">
              <a:spcBef>
                <a:spcPts val="0"/>
              </a:spcBef>
              <a:spcAft>
                <a:spcPts val="0"/>
              </a:spcAft>
              <a:buSzPts val="6000"/>
              <a:buFont typeface="Work Sans"/>
              <a:buNone/>
              <a:defRPr sz="6000"/>
            </a:lvl6pPr>
            <a:lvl7pPr lvl="6">
              <a:spcBef>
                <a:spcPts val="0"/>
              </a:spcBef>
              <a:spcAft>
                <a:spcPts val="0"/>
              </a:spcAft>
              <a:buSzPts val="6000"/>
              <a:buFont typeface="Work Sans"/>
              <a:buNone/>
              <a:defRPr sz="6000"/>
            </a:lvl7pPr>
            <a:lvl8pPr lvl="7">
              <a:spcBef>
                <a:spcPts val="0"/>
              </a:spcBef>
              <a:spcAft>
                <a:spcPts val="0"/>
              </a:spcAft>
              <a:buSzPts val="6000"/>
              <a:buFont typeface="Work Sans"/>
              <a:buNone/>
              <a:defRPr sz="6000"/>
            </a:lvl8pPr>
            <a:lvl9pPr lvl="8">
              <a:spcBef>
                <a:spcPts val="0"/>
              </a:spcBef>
              <a:spcAft>
                <a:spcPts val="0"/>
              </a:spcAft>
              <a:buSzPts val="6000"/>
              <a:buFont typeface="Work Sans"/>
              <a:buNone/>
              <a:defRPr sz="6000"/>
            </a:lvl9pPr>
          </a:lstStyle>
          <a:p/>
        </p:txBody>
      </p:sp>
      <p:sp>
        <p:nvSpPr>
          <p:cNvPr id="95" name="Google Shape;95;p17"/>
          <p:cNvSpPr txBox="1"/>
          <p:nvPr>
            <p:ph idx="6" type="title"/>
          </p:nvPr>
        </p:nvSpPr>
        <p:spPr>
          <a:xfrm>
            <a:off x="7210800" y="3857775"/>
            <a:ext cx="1947300" cy="1286100"/>
          </a:xfrm>
          <a:prstGeom prst="rect">
            <a:avLst/>
          </a:prstGeom>
        </p:spPr>
        <p:txBody>
          <a:bodyPr anchorCtr="0" anchor="t" bIns="91425" lIns="91425" spcFirstLastPara="1" rIns="91425" wrap="square" tIns="91425">
            <a:noAutofit/>
          </a:bodyPr>
          <a:lstStyle>
            <a:lvl1pPr lvl="0">
              <a:spcBef>
                <a:spcPts val="0"/>
              </a:spcBef>
              <a:spcAft>
                <a:spcPts val="0"/>
              </a:spcAft>
              <a:buSzPts val="6000"/>
              <a:buFont typeface="Work Sans Medium"/>
              <a:buNone/>
              <a:defRPr sz="6000"/>
            </a:lvl1pPr>
            <a:lvl2pPr lvl="1">
              <a:spcBef>
                <a:spcPts val="0"/>
              </a:spcBef>
              <a:spcAft>
                <a:spcPts val="0"/>
              </a:spcAft>
              <a:buSzPts val="6000"/>
              <a:buFont typeface="Work Sans"/>
              <a:buNone/>
              <a:defRPr sz="6000"/>
            </a:lvl2pPr>
            <a:lvl3pPr lvl="2">
              <a:spcBef>
                <a:spcPts val="0"/>
              </a:spcBef>
              <a:spcAft>
                <a:spcPts val="0"/>
              </a:spcAft>
              <a:buSzPts val="6000"/>
              <a:buFont typeface="Work Sans"/>
              <a:buNone/>
              <a:defRPr sz="6000"/>
            </a:lvl3pPr>
            <a:lvl4pPr lvl="3">
              <a:spcBef>
                <a:spcPts val="0"/>
              </a:spcBef>
              <a:spcAft>
                <a:spcPts val="0"/>
              </a:spcAft>
              <a:buSzPts val="6000"/>
              <a:buFont typeface="Work Sans"/>
              <a:buNone/>
              <a:defRPr sz="6000"/>
            </a:lvl4pPr>
            <a:lvl5pPr lvl="4">
              <a:spcBef>
                <a:spcPts val="0"/>
              </a:spcBef>
              <a:spcAft>
                <a:spcPts val="0"/>
              </a:spcAft>
              <a:buSzPts val="6000"/>
              <a:buFont typeface="Work Sans"/>
              <a:buNone/>
              <a:defRPr sz="6000"/>
            </a:lvl5pPr>
            <a:lvl6pPr lvl="5">
              <a:spcBef>
                <a:spcPts val="0"/>
              </a:spcBef>
              <a:spcAft>
                <a:spcPts val="0"/>
              </a:spcAft>
              <a:buSzPts val="6000"/>
              <a:buFont typeface="Work Sans"/>
              <a:buNone/>
              <a:defRPr sz="6000"/>
            </a:lvl6pPr>
            <a:lvl7pPr lvl="6">
              <a:spcBef>
                <a:spcPts val="0"/>
              </a:spcBef>
              <a:spcAft>
                <a:spcPts val="0"/>
              </a:spcAft>
              <a:buSzPts val="6000"/>
              <a:buFont typeface="Work Sans"/>
              <a:buNone/>
              <a:defRPr sz="6000"/>
            </a:lvl7pPr>
            <a:lvl8pPr lvl="7">
              <a:spcBef>
                <a:spcPts val="0"/>
              </a:spcBef>
              <a:spcAft>
                <a:spcPts val="0"/>
              </a:spcAft>
              <a:buSzPts val="6000"/>
              <a:buFont typeface="Work Sans"/>
              <a:buNone/>
              <a:defRPr sz="6000"/>
            </a:lvl8pPr>
            <a:lvl9pPr lvl="8">
              <a:spcBef>
                <a:spcPts val="0"/>
              </a:spcBef>
              <a:spcAft>
                <a:spcPts val="0"/>
              </a:spcAft>
              <a:buSzPts val="6000"/>
              <a:buFont typeface="Work Sans"/>
              <a:buNone/>
              <a:defRPr sz="6000"/>
            </a:lvl9pPr>
          </a:lstStyle>
          <a:p/>
        </p:txBody>
      </p:sp>
      <p:sp>
        <p:nvSpPr>
          <p:cNvPr id="96" name="Google Shape;96;p17"/>
          <p:cNvSpPr txBox="1"/>
          <p:nvPr>
            <p:ph idx="7" type="body"/>
          </p:nvPr>
        </p:nvSpPr>
        <p:spPr>
          <a:xfrm>
            <a:off x="5259900" y="4398400"/>
            <a:ext cx="1947300" cy="745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Work Sans Medium"/>
              <a:buChar char="●"/>
              <a:defRPr>
                <a:latin typeface="Work Sans Medium"/>
                <a:ea typeface="Work Sans Medium"/>
                <a:cs typeface="Work Sans Medium"/>
                <a:sym typeface="Work Sans Medium"/>
              </a:defRPr>
            </a:lvl1pPr>
            <a:lvl2pPr indent="-304800" lvl="1" marL="914400">
              <a:spcBef>
                <a:spcPts val="0"/>
              </a:spcBef>
              <a:spcAft>
                <a:spcPts val="0"/>
              </a:spcAft>
              <a:buSzPts val="1200"/>
              <a:buFont typeface="Work Sans Medium"/>
              <a:buChar char="○"/>
              <a:defRPr>
                <a:latin typeface="Work Sans Medium"/>
                <a:ea typeface="Work Sans Medium"/>
                <a:cs typeface="Work Sans Medium"/>
                <a:sym typeface="Work Sans Medium"/>
              </a:defRPr>
            </a:lvl2pPr>
            <a:lvl3pPr indent="-304800" lvl="2" marL="1371600">
              <a:spcBef>
                <a:spcPts val="0"/>
              </a:spcBef>
              <a:spcAft>
                <a:spcPts val="0"/>
              </a:spcAft>
              <a:buSzPts val="1200"/>
              <a:buFont typeface="Work Sans Medium"/>
              <a:buChar char="■"/>
              <a:defRPr>
                <a:latin typeface="Work Sans Medium"/>
                <a:ea typeface="Work Sans Medium"/>
                <a:cs typeface="Work Sans Medium"/>
                <a:sym typeface="Work Sans Medium"/>
              </a:defRPr>
            </a:lvl3pPr>
            <a:lvl4pPr indent="-304800" lvl="3" marL="1828800">
              <a:spcBef>
                <a:spcPts val="0"/>
              </a:spcBef>
              <a:spcAft>
                <a:spcPts val="0"/>
              </a:spcAft>
              <a:buSzPts val="1200"/>
              <a:buFont typeface="Work Sans Medium"/>
              <a:buChar char="●"/>
              <a:defRPr>
                <a:latin typeface="Work Sans Medium"/>
                <a:ea typeface="Work Sans Medium"/>
                <a:cs typeface="Work Sans Medium"/>
                <a:sym typeface="Work Sans Medium"/>
              </a:defRPr>
            </a:lvl4pPr>
            <a:lvl5pPr indent="-304800" lvl="4" marL="2286000">
              <a:spcBef>
                <a:spcPts val="0"/>
              </a:spcBef>
              <a:spcAft>
                <a:spcPts val="0"/>
              </a:spcAft>
              <a:buSzPts val="1200"/>
              <a:buFont typeface="Work Sans Medium"/>
              <a:buChar char="○"/>
              <a:defRPr>
                <a:latin typeface="Work Sans Medium"/>
                <a:ea typeface="Work Sans Medium"/>
                <a:cs typeface="Work Sans Medium"/>
                <a:sym typeface="Work Sans Medium"/>
              </a:defRPr>
            </a:lvl5pPr>
            <a:lvl6pPr indent="-304800" lvl="5" marL="2743200">
              <a:spcBef>
                <a:spcPts val="0"/>
              </a:spcBef>
              <a:spcAft>
                <a:spcPts val="0"/>
              </a:spcAft>
              <a:buSzPts val="1200"/>
              <a:buFont typeface="Work Sans Medium"/>
              <a:buChar char="■"/>
              <a:defRPr>
                <a:latin typeface="Work Sans Medium"/>
                <a:ea typeface="Work Sans Medium"/>
                <a:cs typeface="Work Sans Medium"/>
                <a:sym typeface="Work Sans Medium"/>
              </a:defRPr>
            </a:lvl6pPr>
            <a:lvl7pPr indent="-304800" lvl="6" marL="3200400">
              <a:spcBef>
                <a:spcPts val="0"/>
              </a:spcBef>
              <a:spcAft>
                <a:spcPts val="0"/>
              </a:spcAft>
              <a:buSzPts val="1200"/>
              <a:buFont typeface="Work Sans Medium"/>
              <a:buChar char="●"/>
              <a:defRPr>
                <a:latin typeface="Work Sans Medium"/>
                <a:ea typeface="Work Sans Medium"/>
                <a:cs typeface="Work Sans Medium"/>
                <a:sym typeface="Work Sans Medium"/>
              </a:defRPr>
            </a:lvl7pPr>
            <a:lvl8pPr indent="-304800" lvl="7" marL="3657600">
              <a:spcBef>
                <a:spcPts val="0"/>
              </a:spcBef>
              <a:spcAft>
                <a:spcPts val="0"/>
              </a:spcAft>
              <a:buSzPts val="1200"/>
              <a:buFont typeface="Work Sans Medium"/>
              <a:buChar char="○"/>
              <a:defRPr>
                <a:latin typeface="Work Sans Medium"/>
                <a:ea typeface="Work Sans Medium"/>
                <a:cs typeface="Work Sans Medium"/>
                <a:sym typeface="Work Sans Medium"/>
              </a:defRPr>
            </a:lvl8pPr>
            <a:lvl9pPr indent="-304800" lvl="8" marL="4114800">
              <a:spcBef>
                <a:spcPts val="0"/>
              </a:spcBef>
              <a:spcAft>
                <a:spcPts val="0"/>
              </a:spcAft>
              <a:buSzPts val="1200"/>
              <a:buFont typeface="Work Sans Medium"/>
              <a:buChar char="■"/>
              <a:defRPr>
                <a:latin typeface="Work Sans Medium"/>
                <a:ea typeface="Work Sans Medium"/>
                <a:cs typeface="Work Sans Medium"/>
                <a:sym typeface="Work Sans Medium"/>
              </a:defRPr>
            </a:lvl9pPr>
          </a:lstStyle>
          <a:p/>
        </p:txBody>
      </p:sp>
      <p:sp>
        <p:nvSpPr>
          <p:cNvPr id="97" name="Google Shape;97;p17"/>
          <p:cNvSpPr txBox="1"/>
          <p:nvPr>
            <p:ph idx="8" type="body"/>
          </p:nvPr>
        </p:nvSpPr>
        <p:spPr>
          <a:xfrm>
            <a:off x="7207200" y="4550875"/>
            <a:ext cx="1947300" cy="5931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Work Sans Medium"/>
              <a:buChar char="●"/>
              <a:defRPr>
                <a:latin typeface="Work Sans Medium"/>
                <a:ea typeface="Work Sans Medium"/>
                <a:cs typeface="Work Sans Medium"/>
                <a:sym typeface="Work Sans Medium"/>
              </a:defRPr>
            </a:lvl1pPr>
            <a:lvl2pPr indent="-304800" lvl="1" marL="914400">
              <a:spcBef>
                <a:spcPts val="0"/>
              </a:spcBef>
              <a:spcAft>
                <a:spcPts val="0"/>
              </a:spcAft>
              <a:buSzPts val="1200"/>
              <a:buFont typeface="Work Sans Medium"/>
              <a:buChar char="○"/>
              <a:defRPr>
                <a:latin typeface="Work Sans Medium"/>
                <a:ea typeface="Work Sans Medium"/>
                <a:cs typeface="Work Sans Medium"/>
                <a:sym typeface="Work Sans Medium"/>
              </a:defRPr>
            </a:lvl2pPr>
            <a:lvl3pPr indent="-304800" lvl="2" marL="1371600">
              <a:spcBef>
                <a:spcPts val="0"/>
              </a:spcBef>
              <a:spcAft>
                <a:spcPts val="0"/>
              </a:spcAft>
              <a:buSzPts val="1200"/>
              <a:buFont typeface="Work Sans Medium"/>
              <a:buChar char="■"/>
              <a:defRPr>
                <a:latin typeface="Work Sans Medium"/>
                <a:ea typeface="Work Sans Medium"/>
                <a:cs typeface="Work Sans Medium"/>
                <a:sym typeface="Work Sans Medium"/>
              </a:defRPr>
            </a:lvl3pPr>
            <a:lvl4pPr indent="-304800" lvl="3" marL="1828800">
              <a:spcBef>
                <a:spcPts val="0"/>
              </a:spcBef>
              <a:spcAft>
                <a:spcPts val="0"/>
              </a:spcAft>
              <a:buSzPts val="1200"/>
              <a:buFont typeface="Work Sans Medium"/>
              <a:buChar char="●"/>
              <a:defRPr>
                <a:latin typeface="Work Sans Medium"/>
                <a:ea typeface="Work Sans Medium"/>
                <a:cs typeface="Work Sans Medium"/>
                <a:sym typeface="Work Sans Medium"/>
              </a:defRPr>
            </a:lvl4pPr>
            <a:lvl5pPr indent="-304800" lvl="4" marL="2286000">
              <a:spcBef>
                <a:spcPts val="0"/>
              </a:spcBef>
              <a:spcAft>
                <a:spcPts val="0"/>
              </a:spcAft>
              <a:buSzPts val="1200"/>
              <a:buFont typeface="Work Sans Medium"/>
              <a:buChar char="○"/>
              <a:defRPr>
                <a:latin typeface="Work Sans Medium"/>
                <a:ea typeface="Work Sans Medium"/>
                <a:cs typeface="Work Sans Medium"/>
                <a:sym typeface="Work Sans Medium"/>
              </a:defRPr>
            </a:lvl5pPr>
            <a:lvl6pPr indent="-304800" lvl="5" marL="2743200">
              <a:spcBef>
                <a:spcPts val="0"/>
              </a:spcBef>
              <a:spcAft>
                <a:spcPts val="0"/>
              </a:spcAft>
              <a:buSzPts val="1200"/>
              <a:buFont typeface="Work Sans Medium"/>
              <a:buChar char="■"/>
              <a:defRPr>
                <a:latin typeface="Work Sans Medium"/>
                <a:ea typeface="Work Sans Medium"/>
                <a:cs typeface="Work Sans Medium"/>
                <a:sym typeface="Work Sans Medium"/>
              </a:defRPr>
            </a:lvl6pPr>
            <a:lvl7pPr indent="-304800" lvl="6" marL="3200400">
              <a:spcBef>
                <a:spcPts val="0"/>
              </a:spcBef>
              <a:spcAft>
                <a:spcPts val="0"/>
              </a:spcAft>
              <a:buSzPts val="1200"/>
              <a:buFont typeface="Work Sans Medium"/>
              <a:buChar char="●"/>
              <a:defRPr>
                <a:latin typeface="Work Sans Medium"/>
                <a:ea typeface="Work Sans Medium"/>
                <a:cs typeface="Work Sans Medium"/>
                <a:sym typeface="Work Sans Medium"/>
              </a:defRPr>
            </a:lvl7pPr>
            <a:lvl8pPr indent="-304800" lvl="7" marL="3657600">
              <a:spcBef>
                <a:spcPts val="0"/>
              </a:spcBef>
              <a:spcAft>
                <a:spcPts val="0"/>
              </a:spcAft>
              <a:buSzPts val="1200"/>
              <a:buFont typeface="Work Sans Medium"/>
              <a:buChar char="○"/>
              <a:defRPr>
                <a:latin typeface="Work Sans Medium"/>
                <a:ea typeface="Work Sans Medium"/>
                <a:cs typeface="Work Sans Medium"/>
                <a:sym typeface="Work Sans Medium"/>
              </a:defRPr>
            </a:lvl8pPr>
            <a:lvl9pPr indent="-304800" lvl="8" marL="4114800">
              <a:spcBef>
                <a:spcPts val="0"/>
              </a:spcBef>
              <a:spcAft>
                <a:spcPts val="0"/>
              </a:spcAft>
              <a:buSzPts val="1200"/>
              <a:buFont typeface="Work Sans Medium"/>
              <a:buChar char="■"/>
              <a:defRPr>
                <a:latin typeface="Work Sans Medium"/>
                <a:ea typeface="Work Sans Medium"/>
                <a:cs typeface="Work Sans Medium"/>
                <a:sym typeface="Work Sans Medium"/>
              </a:defRPr>
            </a:lvl9pPr>
          </a:lstStyle>
          <a:p/>
        </p:txBody>
      </p:sp>
      <p:sp>
        <p:nvSpPr>
          <p:cNvPr id="98" name="Google Shape;98;p17"/>
          <p:cNvSpPr txBox="1"/>
          <p:nvPr>
            <p:ph idx="9" type="body"/>
          </p:nvPr>
        </p:nvSpPr>
        <p:spPr>
          <a:xfrm>
            <a:off x="7207200" y="3439575"/>
            <a:ext cx="1947300" cy="418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lt1"/>
              </a:buClr>
              <a:buSzPts val="1200"/>
              <a:buFont typeface="Work Sans Medium"/>
              <a:buChar char="●"/>
              <a:defRPr>
                <a:solidFill>
                  <a:schemeClr val="lt1"/>
                </a:solidFill>
                <a:latin typeface="Work Sans Medium"/>
                <a:ea typeface="Work Sans Medium"/>
                <a:cs typeface="Work Sans Medium"/>
                <a:sym typeface="Work Sans Medium"/>
              </a:defRPr>
            </a:lvl1pPr>
            <a:lvl2pPr indent="-304800" lvl="1" marL="914400">
              <a:spcBef>
                <a:spcPts val="0"/>
              </a:spcBef>
              <a:spcAft>
                <a:spcPts val="0"/>
              </a:spcAft>
              <a:buClr>
                <a:schemeClr val="lt1"/>
              </a:buClr>
              <a:buSzPts val="1200"/>
              <a:buFont typeface="Work Sans Medium"/>
              <a:buChar char="○"/>
              <a:defRPr>
                <a:solidFill>
                  <a:schemeClr val="lt1"/>
                </a:solidFill>
                <a:latin typeface="Work Sans Medium"/>
                <a:ea typeface="Work Sans Medium"/>
                <a:cs typeface="Work Sans Medium"/>
                <a:sym typeface="Work Sans Medium"/>
              </a:defRPr>
            </a:lvl2pPr>
            <a:lvl3pPr indent="-304800" lvl="2" marL="1371600">
              <a:spcBef>
                <a:spcPts val="0"/>
              </a:spcBef>
              <a:spcAft>
                <a:spcPts val="0"/>
              </a:spcAft>
              <a:buClr>
                <a:schemeClr val="lt1"/>
              </a:buClr>
              <a:buSzPts val="1200"/>
              <a:buFont typeface="Work Sans Medium"/>
              <a:buChar char="■"/>
              <a:defRPr>
                <a:solidFill>
                  <a:schemeClr val="lt1"/>
                </a:solidFill>
                <a:latin typeface="Work Sans Medium"/>
                <a:ea typeface="Work Sans Medium"/>
                <a:cs typeface="Work Sans Medium"/>
                <a:sym typeface="Work Sans Medium"/>
              </a:defRPr>
            </a:lvl3pPr>
            <a:lvl4pPr indent="-304800" lvl="3" marL="1828800">
              <a:spcBef>
                <a:spcPts val="0"/>
              </a:spcBef>
              <a:spcAft>
                <a:spcPts val="0"/>
              </a:spcAft>
              <a:buClr>
                <a:schemeClr val="lt1"/>
              </a:buClr>
              <a:buSzPts val="1200"/>
              <a:buFont typeface="Work Sans Medium"/>
              <a:buChar char="●"/>
              <a:defRPr>
                <a:solidFill>
                  <a:schemeClr val="lt1"/>
                </a:solidFill>
                <a:latin typeface="Work Sans Medium"/>
                <a:ea typeface="Work Sans Medium"/>
                <a:cs typeface="Work Sans Medium"/>
                <a:sym typeface="Work Sans Medium"/>
              </a:defRPr>
            </a:lvl4pPr>
            <a:lvl5pPr indent="-304800" lvl="4" marL="2286000">
              <a:spcBef>
                <a:spcPts val="0"/>
              </a:spcBef>
              <a:spcAft>
                <a:spcPts val="0"/>
              </a:spcAft>
              <a:buClr>
                <a:schemeClr val="lt1"/>
              </a:buClr>
              <a:buSzPts val="1200"/>
              <a:buFont typeface="Work Sans Medium"/>
              <a:buChar char="○"/>
              <a:defRPr>
                <a:solidFill>
                  <a:schemeClr val="lt1"/>
                </a:solidFill>
                <a:latin typeface="Work Sans Medium"/>
                <a:ea typeface="Work Sans Medium"/>
                <a:cs typeface="Work Sans Medium"/>
                <a:sym typeface="Work Sans Medium"/>
              </a:defRPr>
            </a:lvl5pPr>
            <a:lvl6pPr indent="-304800" lvl="5" marL="2743200">
              <a:spcBef>
                <a:spcPts val="0"/>
              </a:spcBef>
              <a:spcAft>
                <a:spcPts val="0"/>
              </a:spcAft>
              <a:buClr>
                <a:schemeClr val="lt1"/>
              </a:buClr>
              <a:buSzPts val="1200"/>
              <a:buFont typeface="Work Sans Medium"/>
              <a:buChar char="■"/>
              <a:defRPr>
                <a:solidFill>
                  <a:schemeClr val="lt1"/>
                </a:solidFill>
                <a:latin typeface="Work Sans Medium"/>
                <a:ea typeface="Work Sans Medium"/>
                <a:cs typeface="Work Sans Medium"/>
                <a:sym typeface="Work Sans Medium"/>
              </a:defRPr>
            </a:lvl6pPr>
            <a:lvl7pPr indent="-304800" lvl="6" marL="3200400">
              <a:spcBef>
                <a:spcPts val="0"/>
              </a:spcBef>
              <a:spcAft>
                <a:spcPts val="0"/>
              </a:spcAft>
              <a:buClr>
                <a:schemeClr val="lt1"/>
              </a:buClr>
              <a:buSzPts val="1200"/>
              <a:buFont typeface="Work Sans Medium"/>
              <a:buChar char="●"/>
              <a:defRPr>
                <a:solidFill>
                  <a:schemeClr val="lt1"/>
                </a:solidFill>
                <a:latin typeface="Work Sans Medium"/>
                <a:ea typeface="Work Sans Medium"/>
                <a:cs typeface="Work Sans Medium"/>
                <a:sym typeface="Work Sans Medium"/>
              </a:defRPr>
            </a:lvl7pPr>
            <a:lvl8pPr indent="-304800" lvl="7" marL="3657600">
              <a:spcBef>
                <a:spcPts val="0"/>
              </a:spcBef>
              <a:spcAft>
                <a:spcPts val="0"/>
              </a:spcAft>
              <a:buClr>
                <a:schemeClr val="lt1"/>
              </a:buClr>
              <a:buSzPts val="1200"/>
              <a:buFont typeface="Work Sans Medium"/>
              <a:buChar char="○"/>
              <a:defRPr>
                <a:solidFill>
                  <a:schemeClr val="lt1"/>
                </a:solidFill>
                <a:latin typeface="Work Sans Medium"/>
                <a:ea typeface="Work Sans Medium"/>
                <a:cs typeface="Work Sans Medium"/>
                <a:sym typeface="Work Sans Medium"/>
              </a:defRPr>
            </a:lvl8pPr>
            <a:lvl9pPr indent="-304800" lvl="8" marL="4114800">
              <a:spcBef>
                <a:spcPts val="0"/>
              </a:spcBef>
              <a:spcAft>
                <a:spcPts val="0"/>
              </a:spcAft>
              <a:buClr>
                <a:schemeClr val="lt1"/>
              </a:buClr>
              <a:buSzPts val="1200"/>
              <a:buFont typeface="Work Sans Medium"/>
              <a:buChar char="■"/>
              <a:defRPr>
                <a:solidFill>
                  <a:schemeClr val="lt1"/>
                </a:solidFill>
                <a:latin typeface="Work Sans Medium"/>
                <a:ea typeface="Work Sans Medium"/>
                <a:cs typeface="Work Sans Medium"/>
                <a:sym typeface="Work Sans Medium"/>
              </a:defRPr>
            </a:lvl9pPr>
          </a:lstStyle>
          <a:p/>
        </p:txBody>
      </p:sp>
      <p:sp>
        <p:nvSpPr>
          <p:cNvPr id="99" name="Google Shape;99;p17"/>
          <p:cNvSpPr txBox="1"/>
          <p:nvPr>
            <p:ph idx="13" type="body"/>
          </p:nvPr>
        </p:nvSpPr>
        <p:spPr>
          <a:xfrm>
            <a:off x="5263800" y="2095500"/>
            <a:ext cx="2109900" cy="4761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Work Sans Medium"/>
              <a:buChar char="●"/>
              <a:defRPr>
                <a:latin typeface="Work Sans Medium"/>
                <a:ea typeface="Work Sans Medium"/>
                <a:cs typeface="Work Sans Medium"/>
                <a:sym typeface="Work Sans Medium"/>
              </a:defRPr>
            </a:lvl1pPr>
            <a:lvl2pPr indent="-304800" lvl="1" marL="914400">
              <a:spcBef>
                <a:spcPts val="0"/>
              </a:spcBef>
              <a:spcAft>
                <a:spcPts val="0"/>
              </a:spcAft>
              <a:buSzPts val="1200"/>
              <a:buFont typeface="Work Sans Medium"/>
              <a:buChar char="○"/>
              <a:defRPr>
                <a:latin typeface="Work Sans Medium"/>
                <a:ea typeface="Work Sans Medium"/>
                <a:cs typeface="Work Sans Medium"/>
                <a:sym typeface="Work Sans Medium"/>
              </a:defRPr>
            </a:lvl2pPr>
            <a:lvl3pPr indent="-304800" lvl="2" marL="1371600">
              <a:spcBef>
                <a:spcPts val="0"/>
              </a:spcBef>
              <a:spcAft>
                <a:spcPts val="0"/>
              </a:spcAft>
              <a:buSzPts val="1200"/>
              <a:buFont typeface="Work Sans Medium"/>
              <a:buChar char="■"/>
              <a:defRPr>
                <a:latin typeface="Work Sans Medium"/>
                <a:ea typeface="Work Sans Medium"/>
                <a:cs typeface="Work Sans Medium"/>
                <a:sym typeface="Work Sans Medium"/>
              </a:defRPr>
            </a:lvl3pPr>
            <a:lvl4pPr indent="-304800" lvl="3" marL="1828800">
              <a:spcBef>
                <a:spcPts val="0"/>
              </a:spcBef>
              <a:spcAft>
                <a:spcPts val="0"/>
              </a:spcAft>
              <a:buSzPts val="1200"/>
              <a:buFont typeface="Work Sans Medium"/>
              <a:buChar char="●"/>
              <a:defRPr>
                <a:latin typeface="Work Sans Medium"/>
                <a:ea typeface="Work Sans Medium"/>
                <a:cs typeface="Work Sans Medium"/>
                <a:sym typeface="Work Sans Medium"/>
              </a:defRPr>
            </a:lvl4pPr>
            <a:lvl5pPr indent="-304800" lvl="4" marL="2286000">
              <a:spcBef>
                <a:spcPts val="0"/>
              </a:spcBef>
              <a:spcAft>
                <a:spcPts val="0"/>
              </a:spcAft>
              <a:buSzPts val="1200"/>
              <a:buFont typeface="Work Sans Medium"/>
              <a:buChar char="○"/>
              <a:defRPr>
                <a:latin typeface="Work Sans Medium"/>
                <a:ea typeface="Work Sans Medium"/>
                <a:cs typeface="Work Sans Medium"/>
                <a:sym typeface="Work Sans Medium"/>
              </a:defRPr>
            </a:lvl5pPr>
            <a:lvl6pPr indent="-304800" lvl="5" marL="2743200">
              <a:spcBef>
                <a:spcPts val="0"/>
              </a:spcBef>
              <a:spcAft>
                <a:spcPts val="0"/>
              </a:spcAft>
              <a:buSzPts val="1200"/>
              <a:buFont typeface="Work Sans Medium"/>
              <a:buChar char="■"/>
              <a:defRPr>
                <a:latin typeface="Work Sans Medium"/>
                <a:ea typeface="Work Sans Medium"/>
                <a:cs typeface="Work Sans Medium"/>
                <a:sym typeface="Work Sans Medium"/>
              </a:defRPr>
            </a:lvl6pPr>
            <a:lvl7pPr indent="-304800" lvl="6" marL="3200400">
              <a:spcBef>
                <a:spcPts val="0"/>
              </a:spcBef>
              <a:spcAft>
                <a:spcPts val="0"/>
              </a:spcAft>
              <a:buSzPts val="1200"/>
              <a:buFont typeface="Work Sans Medium"/>
              <a:buChar char="●"/>
              <a:defRPr>
                <a:latin typeface="Work Sans Medium"/>
                <a:ea typeface="Work Sans Medium"/>
                <a:cs typeface="Work Sans Medium"/>
                <a:sym typeface="Work Sans Medium"/>
              </a:defRPr>
            </a:lvl7pPr>
            <a:lvl8pPr indent="-304800" lvl="7" marL="3657600">
              <a:spcBef>
                <a:spcPts val="0"/>
              </a:spcBef>
              <a:spcAft>
                <a:spcPts val="0"/>
              </a:spcAft>
              <a:buSzPts val="1200"/>
              <a:buFont typeface="Work Sans Medium"/>
              <a:buChar char="○"/>
              <a:defRPr>
                <a:latin typeface="Work Sans Medium"/>
                <a:ea typeface="Work Sans Medium"/>
                <a:cs typeface="Work Sans Medium"/>
                <a:sym typeface="Work Sans Medium"/>
              </a:defRPr>
            </a:lvl8pPr>
            <a:lvl9pPr indent="-304800" lvl="8" marL="4114800">
              <a:spcBef>
                <a:spcPts val="0"/>
              </a:spcBef>
              <a:spcAft>
                <a:spcPts val="0"/>
              </a:spcAft>
              <a:buSzPts val="1200"/>
              <a:buFont typeface="Work Sans Medium"/>
              <a:buChar char="■"/>
              <a:defRPr>
                <a:latin typeface="Work Sans Medium"/>
                <a:ea typeface="Work Sans Medium"/>
                <a:cs typeface="Work Sans Medium"/>
                <a:sym typeface="Work Sans Medium"/>
              </a:defRPr>
            </a:lvl9pPr>
          </a:lstStyle>
          <a:p/>
        </p:txBody>
      </p:sp>
      <p:sp>
        <p:nvSpPr>
          <p:cNvPr id="100" name="Google Shape;100;p17"/>
          <p:cNvSpPr txBox="1"/>
          <p:nvPr>
            <p:ph idx="14" type="subTitle"/>
          </p:nvPr>
        </p:nvSpPr>
        <p:spPr>
          <a:xfrm>
            <a:off x="1057550" y="187075"/>
            <a:ext cx="2893200" cy="66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101" name="Google Shape;101;p17"/>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rtl="0" algn="ctr">
              <a:buNone/>
              <a:defRPr/>
            </a:lvl1pPr>
            <a:lvl2pPr lvl="1" rtl="0" algn="ctr">
              <a:buNone/>
              <a:defRPr/>
            </a:lvl2pPr>
            <a:lvl3pPr lvl="2" rtl="0" algn="ctr">
              <a:buNone/>
              <a:defRPr/>
            </a:lvl3pPr>
            <a:lvl4pPr lvl="3" rtl="0" algn="ctr">
              <a:buNone/>
              <a:defRPr/>
            </a:lvl4pPr>
            <a:lvl5pPr lvl="4" rtl="0" algn="ctr">
              <a:buNone/>
              <a:defRPr/>
            </a:lvl5pPr>
            <a:lvl6pPr lvl="5" rtl="0" algn="ctr">
              <a:buNone/>
              <a:defRPr/>
            </a:lvl6pPr>
            <a:lvl7pPr lvl="6" rtl="0" algn="ctr">
              <a:buNone/>
              <a:defRPr/>
            </a:lvl7pPr>
            <a:lvl8pPr lvl="7" rtl="0" algn="ctr">
              <a:buNone/>
              <a:defRPr/>
            </a:lvl8pPr>
            <a:lvl9pPr lvl="8" rtl="0" algn="ctr">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lues" type="titleOnly">
  <p:cSld name="TITLE_ONLY">
    <p:spTree>
      <p:nvGrpSpPr>
        <p:cNvPr id="102" name="Shape 102"/>
        <p:cNvGrpSpPr/>
        <p:nvPr/>
      </p:nvGrpSpPr>
      <p:grpSpPr>
        <a:xfrm>
          <a:off x="0" y="0"/>
          <a:ext cx="0" cy="0"/>
          <a:chOff x="0" y="0"/>
          <a:chExt cx="0" cy="0"/>
        </a:xfrm>
      </p:grpSpPr>
      <p:sp>
        <p:nvSpPr>
          <p:cNvPr id="103" name="Google Shape;103;p18"/>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04" name="Google Shape;104;p18"/>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105" name="Google Shape;105;p18"/>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106" name="Google Shape;106;p18"/>
          <p:cNvSpPr/>
          <p:nvPr/>
        </p:nvSpPr>
        <p:spPr>
          <a:xfrm>
            <a:off x="747600" y="0"/>
            <a:ext cx="83964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chemeClr val="dk1"/>
              </a:solidFill>
            </a:endParaRPr>
          </a:p>
        </p:txBody>
      </p:sp>
      <p:sp>
        <p:nvSpPr>
          <p:cNvPr id="107" name="Google Shape;107;p18"/>
          <p:cNvSpPr txBox="1"/>
          <p:nvPr>
            <p:ph type="title"/>
          </p:nvPr>
        </p:nvSpPr>
        <p:spPr>
          <a:xfrm>
            <a:off x="747500" y="145525"/>
            <a:ext cx="8396400" cy="1402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6000"/>
              <a:buFont typeface="Work Sans"/>
              <a:buNone/>
              <a:defRPr sz="60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8" name="Google Shape;108;p18"/>
          <p:cNvSpPr txBox="1"/>
          <p:nvPr>
            <p:ph idx="3" type="subTitle"/>
          </p:nvPr>
        </p:nvSpPr>
        <p:spPr>
          <a:xfrm>
            <a:off x="747600" y="145525"/>
            <a:ext cx="6152700" cy="31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Clr>
                <a:schemeClr val="dk1"/>
              </a:buClr>
              <a:buSzPts val="1200"/>
              <a:buNone/>
              <a:defRPr/>
            </a:lvl2pPr>
            <a:lvl3pPr lvl="2">
              <a:spcBef>
                <a:spcPts val="0"/>
              </a:spcBef>
              <a:spcAft>
                <a:spcPts val="0"/>
              </a:spcAft>
              <a:buClr>
                <a:schemeClr val="dk1"/>
              </a:buClr>
              <a:buSzPts val="1200"/>
              <a:buNone/>
              <a:defRPr/>
            </a:lvl3pPr>
            <a:lvl4pPr lvl="3">
              <a:spcBef>
                <a:spcPts val="0"/>
              </a:spcBef>
              <a:spcAft>
                <a:spcPts val="0"/>
              </a:spcAft>
              <a:buClr>
                <a:schemeClr val="dk1"/>
              </a:buClr>
              <a:buSzPts val="1200"/>
              <a:buNone/>
              <a:defRPr/>
            </a:lvl4pPr>
            <a:lvl5pPr lvl="4">
              <a:spcBef>
                <a:spcPts val="0"/>
              </a:spcBef>
              <a:spcAft>
                <a:spcPts val="0"/>
              </a:spcAft>
              <a:buClr>
                <a:schemeClr val="dk1"/>
              </a:buClr>
              <a:buSzPts val="1200"/>
              <a:buNone/>
              <a:defRPr/>
            </a:lvl5pPr>
            <a:lvl6pPr lvl="5">
              <a:spcBef>
                <a:spcPts val="0"/>
              </a:spcBef>
              <a:spcAft>
                <a:spcPts val="0"/>
              </a:spcAft>
              <a:buClr>
                <a:schemeClr val="dk1"/>
              </a:buClr>
              <a:buSzPts val="1200"/>
              <a:buNone/>
              <a:defRPr/>
            </a:lvl6pPr>
            <a:lvl7pPr lvl="6">
              <a:spcBef>
                <a:spcPts val="0"/>
              </a:spcBef>
              <a:spcAft>
                <a:spcPts val="0"/>
              </a:spcAft>
              <a:buClr>
                <a:schemeClr val="dk1"/>
              </a:buClr>
              <a:buSzPts val="1200"/>
              <a:buNone/>
              <a:defRPr/>
            </a:lvl7pPr>
            <a:lvl8pPr lvl="7">
              <a:spcBef>
                <a:spcPts val="0"/>
              </a:spcBef>
              <a:spcAft>
                <a:spcPts val="0"/>
              </a:spcAft>
              <a:buClr>
                <a:schemeClr val="dk1"/>
              </a:buClr>
              <a:buSzPts val="1200"/>
              <a:buNone/>
              <a:defRPr/>
            </a:lvl8pPr>
            <a:lvl9pPr lvl="8">
              <a:spcBef>
                <a:spcPts val="0"/>
              </a:spcBef>
              <a:spcAft>
                <a:spcPts val="0"/>
              </a:spcAft>
              <a:buClr>
                <a:schemeClr val="dk1"/>
              </a:buClr>
              <a:buSzPts val="1200"/>
              <a:buNone/>
              <a:defRPr/>
            </a:lvl9pPr>
          </a:lstStyle>
          <a:p/>
        </p:txBody>
      </p:sp>
      <p:sp>
        <p:nvSpPr>
          <p:cNvPr id="109" name="Google Shape;109;p18"/>
          <p:cNvSpPr/>
          <p:nvPr/>
        </p:nvSpPr>
        <p:spPr>
          <a:xfrm>
            <a:off x="747600" y="1714500"/>
            <a:ext cx="8396400" cy="1714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rgbClr val="121212"/>
              </a:solidFill>
            </a:endParaRPr>
          </a:p>
        </p:txBody>
      </p:sp>
      <p:sp>
        <p:nvSpPr>
          <p:cNvPr id="110" name="Google Shape;110;p18"/>
          <p:cNvSpPr/>
          <p:nvPr/>
        </p:nvSpPr>
        <p:spPr>
          <a:xfrm>
            <a:off x="747600" y="3429000"/>
            <a:ext cx="8396400" cy="1714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chemeClr val="dk1"/>
              </a:solidFill>
            </a:endParaRPr>
          </a:p>
        </p:txBody>
      </p:sp>
      <p:sp>
        <p:nvSpPr>
          <p:cNvPr id="111" name="Google Shape;111;p18"/>
          <p:cNvSpPr txBox="1"/>
          <p:nvPr>
            <p:ph idx="4" type="title"/>
          </p:nvPr>
        </p:nvSpPr>
        <p:spPr>
          <a:xfrm>
            <a:off x="747600" y="1870650"/>
            <a:ext cx="8396400" cy="1402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0"/>
              <a:buFont typeface="Work Sans"/>
              <a:buNone/>
              <a:defRPr sz="60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2" name="Google Shape;112;p18"/>
          <p:cNvSpPr txBox="1"/>
          <p:nvPr>
            <p:ph idx="5" type="subTitle"/>
          </p:nvPr>
        </p:nvSpPr>
        <p:spPr>
          <a:xfrm>
            <a:off x="747600" y="1870650"/>
            <a:ext cx="5192700" cy="317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113" name="Google Shape;113;p18"/>
          <p:cNvSpPr txBox="1"/>
          <p:nvPr>
            <p:ph idx="6" type="title"/>
          </p:nvPr>
        </p:nvSpPr>
        <p:spPr>
          <a:xfrm>
            <a:off x="747600" y="3595775"/>
            <a:ext cx="8396400" cy="1402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0"/>
              <a:buFont typeface="Work Sans"/>
              <a:buNone/>
              <a:defRPr sz="6000">
                <a:solidFill>
                  <a:schemeClr val="lt1"/>
                </a:solidFill>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4" name="Google Shape;114;p18"/>
          <p:cNvSpPr txBox="1"/>
          <p:nvPr>
            <p:ph idx="7" type="subTitle"/>
          </p:nvPr>
        </p:nvSpPr>
        <p:spPr>
          <a:xfrm>
            <a:off x="747600" y="3595775"/>
            <a:ext cx="6152700" cy="317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Clr>
                <a:schemeClr val="dk1"/>
              </a:buClr>
              <a:buSzPts val="1200"/>
              <a:buNone/>
              <a:defRPr/>
            </a:lvl2pPr>
            <a:lvl3pPr lvl="2">
              <a:spcBef>
                <a:spcPts val="0"/>
              </a:spcBef>
              <a:spcAft>
                <a:spcPts val="0"/>
              </a:spcAft>
              <a:buClr>
                <a:schemeClr val="dk1"/>
              </a:buClr>
              <a:buSzPts val="1200"/>
              <a:buNone/>
              <a:defRPr/>
            </a:lvl3pPr>
            <a:lvl4pPr lvl="3">
              <a:spcBef>
                <a:spcPts val="0"/>
              </a:spcBef>
              <a:spcAft>
                <a:spcPts val="0"/>
              </a:spcAft>
              <a:buClr>
                <a:schemeClr val="dk1"/>
              </a:buClr>
              <a:buSzPts val="1200"/>
              <a:buNone/>
              <a:defRPr/>
            </a:lvl4pPr>
            <a:lvl5pPr lvl="4">
              <a:spcBef>
                <a:spcPts val="0"/>
              </a:spcBef>
              <a:spcAft>
                <a:spcPts val="0"/>
              </a:spcAft>
              <a:buClr>
                <a:schemeClr val="dk1"/>
              </a:buClr>
              <a:buSzPts val="1200"/>
              <a:buNone/>
              <a:defRPr/>
            </a:lvl5pPr>
            <a:lvl6pPr lvl="5">
              <a:spcBef>
                <a:spcPts val="0"/>
              </a:spcBef>
              <a:spcAft>
                <a:spcPts val="0"/>
              </a:spcAft>
              <a:buClr>
                <a:schemeClr val="dk1"/>
              </a:buClr>
              <a:buSzPts val="1200"/>
              <a:buNone/>
              <a:defRPr/>
            </a:lvl6pPr>
            <a:lvl7pPr lvl="6">
              <a:spcBef>
                <a:spcPts val="0"/>
              </a:spcBef>
              <a:spcAft>
                <a:spcPts val="0"/>
              </a:spcAft>
              <a:buClr>
                <a:schemeClr val="dk1"/>
              </a:buClr>
              <a:buSzPts val="1200"/>
              <a:buNone/>
              <a:defRPr/>
            </a:lvl7pPr>
            <a:lvl8pPr lvl="7">
              <a:spcBef>
                <a:spcPts val="0"/>
              </a:spcBef>
              <a:spcAft>
                <a:spcPts val="0"/>
              </a:spcAft>
              <a:buClr>
                <a:schemeClr val="dk1"/>
              </a:buClr>
              <a:buSzPts val="1200"/>
              <a:buNone/>
              <a:defRPr/>
            </a:lvl8pPr>
            <a:lvl9pPr lvl="8">
              <a:spcBef>
                <a:spcPts val="0"/>
              </a:spcBef>
              <a:spcAft>
                <a:spcPts val="0"/>
              </a:spcAft>
              <a:buClr>
                <a:schemeClr val="dk1"/>
              </a:buClr>
              <a:buSzPts val="1200"/>
              <a:buNone/>
              <a:defRPr/>
            </a:lvl9pPr>
          </a:lstStyle>
          <a:p/>
        </p:txBody>
      </p:sp>
      <p:sp>
        <p:nvSpPr>
          <p:cNvPr id="115" name="Google Shape;115;p18"/>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sion">
  <p:cSld name="ONE_COLUMN_TEXT">
    <p:spTree>
      <p:nvGrpSpPr>
        <p:cNvPr id="116" name="Shape 116"/>
        <p:cNvGrpSpPr/>
        <p:nvPr/>
      </p:nvGrpSpPr>
      <p:grpSpPr>
        <a:xfrm>
          <a:off x="0" y="0"/>
          <a:ext cx="0" cy="0"/>
          <a:chOff x="0" y="0"/>
          <a:chExt cx="0" cy="0"/>
        </a:xfrm>
      </p:grpSpPr>
      <p:sp>
        <p:nvSpPr>
          <p:cNvPr id="117" name="Google Shape;117;p19"/>
          <p:cNvSpPr/>
          <p:nvPr/>
        </p:nvSpPr>
        <p:spPr>
          <a:xfrm>
            <a:off x="743850" y="0"/>
            <a:ext cx="6655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18" name="Google Shape;118;p19"/>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120" name="Google Shape;120;p19"/>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121" name="Google Shape;121;p19"/>
          <p:cNvSpPr/>
          <p:nvPr>
            <p:ph idx="3" type="pic"/>
          </p:nvPr>
        </p:nvSpPr>
        <p:spPr>
          <a:xfrm>
            <a:off x="7398900" y="0"/>
            <a:ext cx="1745100" cy="3234000"/>
          </a:xfrm>
          <a:prstGeom prst="rect">
            <a:avLst/>
          </a:prstGeom>
          <a:noFill/>
          <a:ln>
            <a:noFill/>
          </a:ln>
        </p:spPr>
      </p:sp>
      <p:sp>
        <p:nvSpPr>
          <p:cNvPr id="122" name="Google Shape;122;p19"/>
          <p:cNvSpPr txBox="1"/>
          <p:nvPr>
            <p:ph type="title"/>
          </p:nvPr>
        </p:nvSpPr>
        <p:spPr>
          <a:xfrm>
            <a:off x="743700" y="434225"/>
            <a:ext cx="6655200" cy="4563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2400"/>
              <a:buFont typeface="Work Sans"/>
              <a:buNone/>
              <a:defRPr>
                <a:latin typeface="Work Sans"/>
                <a:ea typeface="Work Sans"/>
                <a:cs typeface="Work Sans"/>
                <a:sym typeface="Work Sans"/>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3" name="Google Shape;123;p19"/>
          <p:cNvSpPr/>
          <p:nvPr/>
        </p:nvSpPr>
        <p:spPr>
          <a:xfrm>
            <a:off x="7398875" y="3234000"/>
            <a:ext cx="1745100" cy="1909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4" name="Google Shape;124;p19"/>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MAIN_POINT">
    <p:spTree>
      <p:nvGrpSpPr>
        <p:cNvPr id="125" name="Shape 125"/>
        <p:cNvGrpSpPr/>
        <p:nvPr/>
      </p:nvGrpSpPr>
      <p:grpSpPr>
        <a:xfrm>
          <a:off x="0" y="0"/>
          <a:ext cx="0" cy="0"/>
          <a:chOff x="0" y="0"/>
          <a:chExt cx="0" cy="0"/>
        </a:xfrm>
      </p:grpSpPr>
      <p:sp>
        <p:nvSpPr>
          <p:cNvPr id="126" name="Google Shape;126;p20"/>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128" name="Google Shape;128;p20"/>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129" name="Google Shape;129;p20"/>
          <p:cNvSpPr txBox="1"/>
          <p:nvPr>
            <p:ph type="title"/>
          </p:nvPr>
        </p:nvSpPr>
        <p:spPr>
          <a:xfrm>
            <a:off x="1024500" y="560675"/>
            <a:ext cx="5956200" cy="1175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Medium"/>
              <a:buNone/>
              <a:defRPr/>
            </a:lvl1pPr>
            <a:lvl2pPr lvl="1">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9pPr>
          </a:lstStyle>
          <a:p/>
        </p:txBody>
      </p:sp>
      <p:sp>
        <p:nvSpPr>
          <p:cNvPr id="130" name="Google Shape;130;p20"/>
          <p:cNvSpPr/>
          <p:nvPr/>
        </p:nvSpPr>
        <p:spPr>
          <a:xfrm>
            <a:off x="905225" y="1736400"/>
            <a:ext cx="8104800" cy="3283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1" name="Google Shape;131;p20"/>
          <p:cNvCxnSpPr/>
          <p:nvPr/>
        </p:nvCxnSpPr>
        <p:spPr>
          <a:xfrm>
            <a:off x="895800" y="2559700"/>
            <a:ext cx="8248200" cy="0"/>
          </a:xfrm>
          <a:prstGeom prst="straightConnector1">
            <a:avLst/>
          </a:prstGeom>
          <a:noFill/>
          <a:ln cap="flat" cmpd="sng" w="9525">
            <a:solidFill>
              <a:schemeClr val="lt1"/>
            </a:solidFill>
            <a:prstDash val="solid"/>
            <a:round/>
            <a:headEnd len="med" w="med" type="none"/>
            <a:tailEnd len="med" w="med" type="none"/>
          </a:ln>
        </p:spPr>
      </p:cxnSp>
      <p:cxnSp>
        <p:nvCxnSpPr>
          <p:cNvPr id="132" name="Google Shape;132;p20"/>
          <p:cNvCxnSpPr/>
          <p:nvPr/>
        </p:nvCxnSpPr>
        <p:spPr>
          <a:xfrm>
            <a:off x="905225" y="3378188"/>
            <a:ext cx="8238600" cy="0"/>
          </a:xfrm>
          <a:prstGeom prst="straightConnector1">
            <a:avLst/>
          </a:prstGeom>
          <a:noFill/>
          <a:ln cap="flat" cmpd="sng" w="9525">
            <a:solidFill>
              <a:schemeClr val="lt1"/>
            </a:solidFill>
            <a:prstDash val="solid"/>
            <a:round/>
            <a:headEnd len="med" w="med" type="none"/>
            <a:tailEnd len="med" w="med" type="none"/>
          </a:ln>
        </p:spPr>
      </p:cxnSp>
      <p:cxnSp>
        <p:nvCxnSpPr>
          <p:cNvPr id="133" name="Google Shape;133;p20"/>
          <p:cNvCxnSpPr/>
          <p:nvPr/>
        </p:nvCxnSpPr>
        <p:spPr>
          <a:xfrm>
            <a:off x="905225" y="4199163"/>
            <a:ext cx="8238600" cy="0"/>
          </a:xfrm>
          <a:prstGeom prst="straightConnector1">
            <a:avLst/>
          </a:prstGeom>
          <a:noFill/>
          <a:ln cap="flat" cmpd="sng" w="9525">
            <a:solidFill>
              <a:schemeClr val="lt1"/>
            </a:solidFill>
            <a:prstDash val="solid"/>
            <a:round/>
            <a:headEnd len="med" w="med" type="none"/>
            <a:tailEnd len="med" w="med" type="none"/>
          </a:ln>
        </p:spPr>
      </p:cxnSp>
      <p:sp>
        <p:nvSpPr>
          <p:cNvPr id="134" name="Google Shape;134;p20"/>
          <p:cNvSpPr txBox="1"/>
          <p:nvPr>
            <p:ph idx="3" type="body"/>
          </p:nvPr>
        </p:nvSpPr>
        <p:spPr>
          <a:xfrm>
            <a:off x="1917650" y="1841500"/>
            <a:ext cx="6906900" cy="609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Work Sans"/>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135" name="Google Shape;135;p20"/>
          <p:cNvSpPr txBox="1"/>
          <p:nvPr>
            <p:ph idx="4" type="body"/>
          </p:nvPr>
        </p:nvSpPr>
        <p:spPr>
          <a:xfrm>
            <a:off x="1917650" y="2664150"/>
            <a:ext cx="6906900" cy="609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Work Sans"/>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136" name="Google Shape;136;p20"/>
          <p:cNvSpPr txBox="1"/>
          <p:nvPr>
            <p:ph idx="5" type="body"/>
          </p:nvPr>
        </p:nvSpPr>
        <p:spPr>
          <a:xfrm>
            <a:off x="1917650" y="3483888"/>
            <a:ext cx="6906900" cy="609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Work Sans"/>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137" name="Google Shape;137;p20"/>
          <p:cNvSpPr txBox="1"/>
          <p:nvPr>
            <p:ph idx="6" type="body"/>
          </p:nvPr>
        </p:nvSpPr>
        <p:spPr>
          <a:xfrm>
            <a:off x="1917650" y="4304838"/>
            <a:ext cx="6906900" cy="609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Work Sans"/>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138" name="Google Shape;138;p20"/>
          <p:cNvSpPr txBox="1"/>
          <p:nvPr>
            <p:ph idx="7" type="subTitle"/>
          </p:nvPr>
        </p:nvSpPr>
        <p:spPr>
          <a:xfrm>
            <a:off x="1057550" y="187075"/>
            <a:ext cx="2893200" cy="347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Clr>
                <a:schemeClr val="dk1"/>
              </a:buClr>
              <a:buSzPts val="1200"/>
              <a:buNone/>
              <a:defRPr/>
            </a:lvl2pPr>
            <a:lvl3pPr lvl="2">
              <a:spcBef>
                <a:spcPts val="0"/>
              </a:spcBef>
              <a:spcAft>
                <a:spcPts val="0"/>
              </a:spcAft>
              <a:buClr>
                <a:schemeClr val="dk1"/>
              </a:buClr>
              <a:buSzPts val="1200"/>
              <a:buNone/>
              <a:defRPr/>
            </a:lvl3pPr>
            <a:lvl4pPr lvl="3">
              <a:spcBef>
                <a:spcPts val="0"/>
              </a:spcBef>
              <a:spcAft>
                <a:spcPts val="0"/>
              </a:spcAft>
              <a:buClr>
                <a:schemeClr val="dk1"/>
              </a:buClr>
              <a:buSzPts val="1200"/>
              <a:buNone/>
              <a:defRPr/>
            </a:lvl4pPr>
            <a:lvl5pPr lvl="4">
              <a:spcBef>
                <a:spcPts val="0"/>
              </a:spcBef>
              <a:spcAft>
                <a:spcPts val="0"/>
              </a:spcAft>
              <a:buClr>
                <a:schemeClr val="dk1"/>
              </a:buClr>
              <a:buSzPts val="1200"/>
              <a:buNone/>
              <a:defRPr/>
            </a:lvl5pPr>
            <a:lvl6pPr lvl="5">
              <a:spcBef>
                <a:spcPts val="0"/>
              </a:spcBef>
              <a:spcAft>
                <a:spcPts val="0"/>
              </a:spcAft>
              <a:buClr>
                <a:schemeClr val="dk1"/>
              </a:buClr>
              <a:buSzPts val="1200"/>
              <a:buNone/>
              <a:defRPr/>
            </a:lvl6pPr>
            <a:lvl7pPr lvl="6">
              <a:spcBef>
                <a:spcPts val="0"/>
              </a:spcBef>
              <a:spcAft>
                <a:spcPts val="0"/>
              </a:spcAft>
              <a:buClr>
                <a:schemeClr val="dk1"/>
              </a:buClr>
              <a:buSzPts val="1200"/>
              <a:buNone/>
              <a:defRPr/>
            </a:lvl7pPr>
            <a:lvl8pPr lvl="7">
              <a:spcBef>
                <a:spcPts val="0"/>
              </a:spcBef>
              <a:spcAft>
                <a:spcPts val="0"/>
              </a:spcAft>
              <a:buClr>
                <a:schemeClr val="dk1"/>
              </a:buClr>
              <a:buSzPts val="1200"/>
              <a:buNone/>
              <a:defRPr/>
            </a:lvl8pPr>
            <a:lvl9pPr lvl="8">
              <a:spcBef>
                <a:spcPts val="0"/>
              </a:spcBef>
              <a:spcAft>
                <a:spcPts val="0"/>
              </a:spcAft>
              <a:buClr>
                <a:schemeClr val="dk1"/>
              </a:buClr>
              <a:buSzPts val="1200"/>
              <a:buNone/>
              <a:defRPr/>
            </a:lvl9pPr>
          </a:lstStyle>
          <a:p/>
        </p:txBody>
      </p:sp>
      <p:sp>
        <p:nvSpPr>
          <p:cNvPr id="139" name="Google Shape;139;p20"/>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SECTION_TITLE_AND_DESCRIPTION">
    <p:spTree>
      <p:nvGrpSpPr>
        <p:cNvPr id="140" name="Shape 140"/>
        <p:cNvGrpSpPr/>
        <p:nvPr/>
      </p:nvGrpSpPr>
      <p:grpSpPr>
        <a:xfrm>
          <a:off x="0" y="0"/>
          <a:ext cx="0" cy="0"/>
          <a:chOff x="0" y="0"/>
          <a:chExt cx="0" cy="0"/>
        </a:xfrm>
      </p:grpSpPr>
      <p:sp>
        <p:nvSpPr>
          <p:cNvPr id="141" name="Google Shape;141;p21"/>
          <p:cNvSpPr/>
          <p:nvPr/>
        </p:nvSpPr>
        <p:spPr>
          <a:xfrm>
            <a:off x="747600" y="0"/>
            <a:ext cx="83964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chemeClr val="dk1"/>
              </a:solidFill>
            </a:endParaRPr>
          </a:p>
        </p:txBody>
      </p:sp>
      <p:sp>
        <p:nvSpPr>
          <p:cNvPr id="142" name="Google Shape;142;p21"/>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1"/>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144" name="Google Shape;144;p21"/>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145" name="Google Shape;145;p21"/>
          <p:cNvSpPr txBox="1"/>
          <p:nvPr>
            <p:ph idx="3" type="subTitle"/>
          </p:nvPr>
        </p:nvSpPr>
        <p:spPr>
          <a:xfrm>
            <a:off x="1057550" y="187075"/>
            <a:ext cx="2893200" cy="66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146" name="Google Shape;146;p21"/>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ic Objectives">
  <p:cSld name="CAPTION_ONLY">
    <p:spTree>
      <p:nvGrpSpPr>
        <p:cNvPr id="147" name="Shape 147"/>
        <p:cNvGrpSpPr/>
        <p:nvPr/>
      </p:nvGrpSpPr>
      <p:grpSpPr>
        <a:xfrm>
          <a:off x="0" y="0"/>
          <a:ext cx="0" cy="0"/>
          <a:chOff x="0" y="0"/>
          <a:chExt cx="0" cy="0"/>
        </a:xfrm>
      </p:grpSpPr>
      <p:sp>
        <p:nvSpPr>
          <p:cNvPr id="148" name="Google Shape;148;p22"/>
          <p:cNvSpPr/>
          <p:nvPr/>
        </p:nvSpPr>
        <p:spPr>
          <a:xfrm>
            <a:off x="747600" y="25"/>
            <a:ext cx="451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49" name="Google Shape;149;p22"/>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2"/>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151" name="Google Shape;151;p22"/>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152" name="Google Shape;152;p22"/>
          <p:cNvSpPr txBox="1"/>
          <p:nvPr>
            <p:ph type="title"/>
          </p:nvPr>
        </p:nvSpPr>
        <p:spPr>
          <a:xfrm>
            <a:off x="1037175" y="504938"/>
            <a:ext cx="3593700" cy="117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Medium"/>
              <a:buNone/>
              <a:defRPr/>
            </a:lvl1pPr>
            <a:lvl2pPr lvl="1">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9pPr>
          </a:lstStyle>
          <a:p/>
        </p:txBody>
      </p:sp>
      <p:sp>
        <p:nvSpPr>
          <p:cNvPr id="153" name="Google Shape;153;p22"/>
          <p:cNvSpPr/>
          <p:nvPr/>
        </p:nvSpPr>
        <p:spPr>
          <a:xfrm>
            <a:off x="5263450" y="50"/>
            <a:ext cx="3883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54" name="Google Shape;154;p22"/>
          <p:cNvSpPr txBox="1"/>
          <p:nvPr>
            <p:ph idx="3" type="body"/>
          </p:nvPr>
        </p:nvSpPr>
        <p:spPr>
          <a:xfrm>
            <a:off x="5593450" y="145550"/>
            <a:ext cx="3223200" cy="4852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Work Sans"/>
              <a:buChar char="●"/>
              <a:defRPr/>
            </a:lvl1pPr>
            <a:lvl2pPr indent="-304800" lvl="1" marL="914400">
              <a:spcBef>
                <a:spcPts val="0"/>
              </a:spcBef>
              <a:spcAft>
                <a:spcPts val="0"/>
              </a:spcAft>
              <a:buSzPts val="1200"/>
              <a:buFont typeface="Work Sans"/>
              <a:buChar char="○"/>
              <a:defRPr/>
            </a:lvl2pPr>
            <a:lvl3pPr indent="-304800" lvl="2" marL="1371600">
              <a:spcBef>
                <a:spcPts val="0"/>
              </a:spcBef>
              <a:spcAft>
                <a:spcPts val="0"/>
              </a:spcAft>
              <a:buSzPts val="1200"/>
              <a:buFont typeface="Work Sans"/>
              <a:buChar char="■"/>
              <a:defRPr/>
            </a:lvl3pPr>
            <a:lvl4pPr indent="-304800" lvl="3" marL="1828800">
              <a:spcBef>
                <a:spcPts val="0"/>
              </a:spcBef>
              <a:spcAft>
                <a:spcPts val="0"/>
              </a:spcAft>
              <a:buSzPts val="1200"/>
              <a:buFont typeface="Work Sans"/>
              <a:buChar char="●"/>
              <a:defRPr/>
            </a:lvl4pPr>
            <a:lvl5pPr indent="-304800" lvl="4" marL="2286000">
              <a:spcBef>
                <a:spcPts val="0"/>
              </a:spcBef>
              <a:spcAft>
                <a:spcPts val="0"/>
              </a:spcAft>
              <a:buSzPts val="1200"/>
              <a:buFont typeface="Work Sans"/>
              <a:buChar char="○"/>
              <a:defRPr/>
            </a:lvl5pPr>
            <a:lvl6pPr indent="-304800" lvl="5" marL="2743200">
              <a:spcBef>
                <a:spcPts val="0"/>
              </a:spcBef>
              <a:spcAft>
                <a:spcPts val="0"/>
              </a:spcAft>
              <a:buSzPts val="1200"/>
              <a:buFont typeface="Work Sans"/>
              <a:buChar char="■"/>
              <a:defRPr/>
            </a:lvl6pPr>
            <a:lvl7pPr indent="-304800" lvl="6" marL="3200400">
              <a:spcBef>
                <a:spcPts val="0"/>
              </a:spcBef>
              <a:spcAft>
                <a:spcPts val="0"/>
              </a:spcAft>
              <a:buSzPts val="1200"/>
              <a:buFont typeface="Work Sans"/>
              <a:buChar char="●"/>
              <a:defRPr/>
            </a:lvl7pPr>
            <a:lvl8pPr indent="-304800" lvl="7" marL="3657600">
              <a:spcBef>
                <a:spcPts val="0"/>
              </a:spcBef>
              <a:spcAft>
                <a:spcPts val="0"/>
              </a:spcAft>
              <a:buSzPts val="1200"/>
              <a:buFont typeface="Work Sans"/>
              <a:buChar char="○"/>
              <a:defRPr/>
            </a:lvl8pPr>
            <a:lvl9pPr indent="-304800" lvl="8" marL="4114800">
              <a:spcBef>
                <a:spcPts val="0"/>
              </a:spcBef>
              <a:spcAft>
                <a:spcPts val="0"/>
              </a:spcAft>
              <a:buSzPts val="1200"/>
              <a:buFont typeface="Work Sans"/>
              <a:buChar char="■"/>
              <a:defRPr/>
            </a:lvl9pPr>
          </a:lstStyle>
          <a:p/>
        </p:txBody>
      </p:sp>
      <p:sp>
        <p:nvSpPr>
          <p:cNvPr id="155" name="Google Shape;155;p22"/>
          <p:cNvSpPr txBox="1"/>
          <p:nvPr>
            <p:ph idx="4" type="subTitle"/>
          </p:nvPr>
        </p:nvSpPr>
        <p:spPr>
          <a:xfrm>
            <a:off x="1057550" y="187075"/>
            <a:ext cx="2893200" cy="662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Clr>
                <a:schemeClr val="dk1"/>
              </a:buClr>
              <a:buSzPts val="1200"/>
              <a:buNone/>
              <a:defRPr/>
            </a:lvl2pPr>
            <a:lvl3pPr lvl="2">
              <a:spcBef>
                <a:spcPts val="0"/>
              </a:spcBef>
              <a:spcAft>
                <a:spcPts val="0"/>
              </a:spcAft>
              <a:buClr>
                <a:schemeClr val="dk1"/>
              </a:buClr>
              <a:buSzPts val="1200"/>
              <a:buNone/>
              <a:defRPr/>
            </a:lvl3pPr>
            <a:lvl4pPr lvl="3">
              <a:spcBef>
                <a:spcPts val="0"/>
              </a:spcBef>
              <a:spcAft>
                <a:spcPts val="0"/>
              </a:spcAft>
              <a:buClr>
                <a:schemeClr val="dk1"/>
              </a:buClr>
              <a:buSzPts val="1200"/>
              <a:buNone/>
              <a:defRPr/>
            </a:lvl4pPr>
            <a:lvl5pPr lvl="4">
              <a:spcBef>
                <a:spcPts val="0"/>
              </a:spcBef>
              <a:spcAft>
                <a:spcPts val="0"/>
              </a:spcAft>
              <a:buClr>
                <a:schemeClr val="dk1"/>
              </a:buClr>
              <a:buSzPts val="1200"/>
              <a:buNone/>
              <a:defRPr/>
            </a:lvl5pPr>
            <a:lvl6pPr lvl="5">
              <a:spcBef>
                <a:spcPts val="0"/>
              </a:spcBef>
              <a:spcAft>
                <a:spcPts val="0"/>
              </a:spcAft>
              <a:buClr>
                <a:schemeClr val="dk1"/>
              </a:buClr>
              <a:buSzPts val="1200"/>
              <a:buNone/>
              <a:defRPr/>
            </a:lvl6pPr>
            <a:lvl7pPr lvl="6">
              <a:spcBef>
                <a:spcPts val="0"/>
              </a:spcBef>
              <a:spcAft>
                <a:spcPts val="0"/>
              </a:spcAft>
              <a:buClr>
                <a:schemeClr val="dk1"/>
              </a:buClr>
              <a:buSzPts val="1200"/>
              <a:buNone/>
              <a:defRPr/>
            </a:lvl7pPr>
            <a:lvl8pPr lvl="7">
              <a:spcBef>
                <a:spcPts val="0"/>
              </a:spcBef>
              <a:spcAft>
                <a:spcPts val="0"/>
              </a:spcAft>
              <a:buClr>
                <a:schemeClr val="dk1"/>
              </a:buClr>
              <a:buSzPts val="1200"/>
              <a:buNone/>
              <a:defRPr/>
            </a:lvl8pPr>
            <a:lvl9pPr lvl="8">
              <a:spcBef>
                <a:spcPts val="0"/>
              </a:spcBef>
              <a:spcAft>
                <a:spcPts val="0"/>
              </a:spcAft>
              <a:buClr>
                <a:schemeClr val="dk1"/>
              </a:buClr>
              <a:buSzPts val="1200"/>
              <a:buNone/>
              <a:defRPr/>
            </a:lvl9pPr>
          </a:lstStyle>
          <a:p/>
        </p:txBody>
      </p:sp>
      <p:sp>
        <p:nvSpPr>
          <p:cNvPr id="156" name="Google Shape;156;p22"/>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ig number">
  <p:cSld name="BIG_NUMBER">
    <p:spTree>
      <p:nvGrpSpPr>
        <p:cNvPr id="157" name="Shape 157"/>
        <p:cNvGrpSpPr/>
        <p:nvPr/>
      </p:nvGrpSpPr>
      <p:grpSpPr>
        <a:xfrm>
          <a:off x="0" y="0"/>
          <a:ext cx="0" cy="0"/>
          <a:chOff x="0" y="0"/>
          <a:chExt cx="0" cy="0"/>
        </a:xfrm>
      </p:grpSpPr>
      <p:sp>
        <p:nvSpPr>
          <p:cNvPr id="158" name="Google Shape;158;p23"/>
          <p:cNvSpPr/>
          <p:nvPr/>
        </p:nvSpPr>
        <p:spPr>
          <a:xfrm>
            <a:off x="747600" y="0"/>
            <a:ext cx="83964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chemeClr val="dk1"/>
              </a:solidFill>
            </a:endParaRPr>
          </a:p>
        </p:txBody>
      </p:sp>
      <p:sp>
        <p:nvSpPr>
          <p:cNvPr id="159" name="Google Shape;159;p23"/>
          <p:cNvSpPr txBox="1"/>
          <p:nvPr>
            <p:ph type="title"/>
          </p:nvPr>
        </p:nvSpPr>
        <p:spPr>
          <a:xfrm>
            <a:off x="747500" y="-10775"/>
            <a:ext cx="4358700" cy="140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6000"/>
              <a:buFont typeface="Work Sans Medium"/>
              <a:buNone/>
              <a:defRPr sz="6000"/>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160" name="Google Shape;160;p23"/>
          <p:cNvSpPr/>
          <p:nvPr/>
        </p:nvSpPr>
        <p:spPr>
          <a:xfrm>
            <a:off x="747600" y="1714500"/>
            <a:ext cx="4597800" cy="1714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rgbClr val="121212"/>
              </a:solidFill>
            </a:endParaRPr>
          </a:p>
        </p:txBody>
      </p:sp>
      <p:sp>
        <p:nvSpPr>
          <p:cNvPr id="161" name="Google Shape;161;p23"/>
          <p:cNvSpPr/>
          <p:nvPr/>
        </p:nvSpPr>
        <p:spPr>
          <a:xfrm>
            <a:off x="747600" y="3429000"/>
            <a:ext cx="4597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chemeClr val="lt2"/>
              </a:solidFill>
            </a:endParaRPr>
          </a:p>
        </p:txBody>
      </p:sp>
      <p:sp>
        <p:nvSpPr>
          <p:cNvPr id="162" name="Google Shape;162;p23"/>
          <p:cNvSpPr txBox="1"/>
          <p:nvPr>
            <p:ph idx="2" type="title"/>
          </p:nvPr>
        </p:nvSpPr>
        <p:spPr>
          <a:xfrm>
            <a:off x="747600" y="1714500"/>
            <a:ext cx="4597800" cy="155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Font typeface="Work Sans Medium"/>
              <a:buNone/>
              <a:defRPr sz="6000">
                <a:solidFill>
                  <a:schemeClr val="lt1"/>
                </a:solidFill>
              </a:defRPr>
            </a:lvl1pPr>
            <a:lvl2pPr lvl="1">
              <a:spcBef>
                <a:spcPts val="0"/>
              </a:spcBef>
              <a:spcAft>
                <a:spcPts val="0"/>
              </a:spcAft>
              <a:buClr>
                <a:schemeClr val="lt1"/>
              </a:buClr>
              <a:buSzPts val="1400"/>
              <a:buFont typeface="Work Sans Medium"/>
              <a:buNone/>
              <a:defRPr>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1400"/>
              <a:buFont typeface="Work Sans Medium"/>
              <a:buNone/>
              <a:defRPr>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1400"/>
              <a:buFont typeface="Work Sans Medium"/>
              <a:buNone/>
              <a:defRPr>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1400"/>
              <a:buFont typeface="Work Sans Medium"/>
              <a:buNone/>
              <a:defRPr>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1400"/>
              <a:buFont typeface="Work Sans Medium"/>
              <a:buNone/>
              <a:defRPr>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1400"/>
              <a:buFont typeface="Work Sans Medium"/>
              <a:buNone/>
              <a:defRPr>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1400"/>
              <a:buFont typeface="Work Sans Medium"/>
              <a:buNone/>
              <a:defRPr>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1400"/>
              <a:buFont typeface="Work Sans Medium"/>
              <a:buNone/>
              <a:defRPr>
                <a:solidFill>
                  <a:schemeClr val="lt1"/>
                </a:solidFill>
                <a:latin typeface="Work Sans Medium"/>
                <a:ea typeface="Work Sans Medium"/>
                <a:cs typeface="Work Sans Medium"/>
                <a:sym typeface="Work Sans Medium"/>
              </a:defRPr>
            </a:lvl9pPr>
          </a:lstStyle>
          <a:p/>
        </p:txBody>
      </p:sp>
      <p:sp>
        <p:nvSpPr>
          <p:cNvPr id="163" name="Google Shape;163;p23"/>
          <p:cNvSpPr txBox="1"/>
          <p:nvPr>
            <p:ph idx="3" type="title"/>
          </p:nvPr>
        </p:nvSpPr>
        <p:spPr>
          <a:xfrm>
            <a:off x="747600" y="3439475"/>
            <a:ext cx="4597800" cy="155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6000"/>
              <a:buFont typeface="Work Sans Medium"/>
              <a:buNone/>
              <a:defRPr sz="6000"/>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164" name="Google Shape;164;p23"/>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3"/>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166" name="Google Shape;166;p23"/>
          <p:cNvSpPr txBox="1"/>
          <p:nvPr>
            <p:ph idx="4"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167" name="Google Shape;167;p23"/>
          <p:cNvSpPr/>
          <p:nvPr/>
        </p:nvSpPr>
        <p:spPr>
          <a:xfrm>
            <a:off x="5345400" y="1714500"/>
            <a:ext cx="3798600" cy="3429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chemeClr val="dk1"/>
              </a:solidFill>
            </a:endParaRPr>
          </a:p>
        </p:txBody>
      </p:sp>
      <p:sp>
        <p:nvSpPr>
          <p:cNvPr id="168" name="Google Shape;168;p23"/>
          <p:cNvSpPr txBox="1"/>
          <p:nvPr>
            <p:ph idx="5" type="title"/>
          </p:nvPr>
        </p:nvSpPr>
        <p:spPr>
          <a:xfrm>
            <a:off x="5345425" y="1714500"/>
            <a:ext cx="3798600" cy="1619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6000"/>
              <a:buFont typeface="Work Sans Medium"/>
              <a:buNone/>
              <a:defRPr sz="6000"/>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169" name="Google Shape;169;p23"/>
          <p:cNvSpPr txBox="1"/>
          <p:nvPr>
            <p:ph idx="6" type="subTitle"/>
          </p:nvPr>
        </p:nvSpPr>
        <p:spPr>
          <a:xfrm>
            <a:off x="743700" y="890725"/>
            <a:ext cx="4597800" cy="8337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0" name="Google Shape;170;p23"/>
          <p:cNvSpPr txBox="1"/>
          <p:nvPr>
            <p:ph idx="7" type="subTitle"/>
          </p:nvPr>
        </p:nvSpPr>
        <p:spPr>
          <a:xfrm>
            <a:off x="747600" y="2605775"/>
            <a:ext cx="4597800" cy="833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200"/>
              <a:buFont typeface="Work Sans Medium"/>
              <a:buNone/>
              <a:defRPr>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171" name="Google Shape;171;p23"/>
          <p:cNvSpPr txBox="1"/>
          <p:nvPr>
            <p:ph idx="8" type="subTitle"/>
          </p:nvPr>
        </p:nvSpPr>
        <p:spPr>
          <a:xfrm>
            <a:off x="743700" y="4320825"/>
            <a:ext cx="4597800" cy="8337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2" name="Google Shape;172;p23"/>
          <p:cNvSpPr txBox="1"/>
          <p:nvPr>
            <p:ph idx="9" type="subTitle"/>
          </p:nvPr>
        </p:nvSpPr>
        <p:spPr>
          <a:xfrm>
            <a:off x="5341500" y="4320825"/>
            <a:ext cx="3802500" cy="8337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3" name="Google Shape;173;p23"/>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chart">
  <p:cSld name="TITLE_18">
    <p:spTree>
      <p:nvGrpSpPr>
        <p:cNvPr id="174" name="Shape 174"/>
        <p:cNvGrpSpPr/>
        <p:nvPr/>
      </p:nvGrpSpPr>
      <p:grpSpPr>
        <a:xfrm>
          <a:off x="0" y="0"/>
          <a:ext cx="0" cy="0"/>
          <a:chOff x="0" y="0"/>
          <a:chExt cx="0" cy="0"/>
        </a:xfrm>
      </p:grpSpPr>
      <p:sp>
        <p:nvSpPr>
          <p:cNvPr id="175" name="Google Shape;175;p24"/>
          <p:cNvSpPr/>
          <p:nvPr/>
        </p:nvSpPr>
        <p:spPr>
          <a:xfrm>
            <a:off x="747600" y="25"/>
            <a:ext cx="83964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4"/>
              </a:solidFill>
            </a:endParaRPr>
          </a:p>
        </p:txBody>
      </p:sp>
      <p:sp>
        <p:nvSpPr>
          <p:cNvPr id="176" name="Google Shape;176;p24"/>
          <p:cNvSpPr/>
          <p:nvPr/>
        </p:nvSpPr>
        <p:spPr>
          <a:xfrm>
            <a:off x="3892827" y="739300"/>
            <a:ext cx="5105700" cy="66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4"/>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4"/>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179" name="Google Shape;179;p24"/>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180" name="Google Shape;180;p24"/>
          <p:cNvSpPr txBox="1"/>
          <p:nvPr>
            <p:ph idx="3" type="subTitle"/>
          </p:nvPr>
        </p:nvSpPr>
        <p:spPr>
          <a:xfrm>
            <a:off x="1057550" y="187075"/>
            <a:ext cx="2893200" cy="662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Clr>
                <a:schemeClr val="dk1"/>
              </a:buClr>
              <a:buSzPts val="1200"/>
              <a:buNone/>
              <a:defRPr/>
            </a:lvl2pPr>
            <a:lvl3pPr lvl="2">
              <a:spcBef>
                <a:spcPts val="0"/>
              </a:spcBef>
              <a:spcAft>
                <a:spcPts val="0"/>
              </a:spcAft>
              <a:buClr>
                <a:schemeClr val="dk1"/>
              </a:buClr>
              <a:buSzPts val="1200"/>
              <a:buNone/>
              <a:defRPr/>
            </a:lvl3pPr>
            <a:lvl4pPr lvl="3">
              <a:spcBef>
                <a:spcPts val="0"/>
              </a:spcBef>
              <a:spcAft>
                <a:spcPts val="0"/>
              </a:spcAft>
              <a:buClr>
                <a:schemeClr val="dk1"/>
              </a:buClr>
              <a:buSzPts val="1200"/>
              <a:buNone/>
              <a:defRPr/>
            </a:lvl4pPr>
            <a:lvl5pPr lvl="4">
              <a:spcBef>
                <a:spcPts val="0"/>
              </a:spcBef>
              <a:spcAft>
                <a:spcPts val="0"/>
              </a:spcAft>
              <a:buClr>
                <a:schemeClr val="dk1"/>
              </a:buClr>
              <a:buSzPts val="1200"/>
              <a:buNone/>
              <a:defRPr/>
            </a:lvl5pPr>
            <a:lvl6pPr lvl="5">
              <a:spcBef>
                <a:spcPts val="0"/>
              </a:spcBef>
              <a:spcAft>
                <a:spcPts val="0"/>
              </a:spcAft>
              <a:buClr>
                <a:schemeClr val="dk1"/>
              </a:buClr>
              <a:buSzPts val="1200"/>
              <a:buNone/>
              <a:defRPr/>
            </a:lvl6pPr>
            <a:lvl7pPr lvl="6">
              <a:spcBef>
                <a:spcPts val="0"/>
              </a:spcBef>
              <a:spcAft>
                <a:spcPts val="0"/>
              </a:spcAft>
              <a:buClr>
                <a:schemeClr val="dk1"/>
              </a:buClr>
              <a:buSzPts val="1200"/>
              <a:buNone/>
              <a:defRPr/>
            </a:lvl7pPr>
            <a:lvl8pPr lvl="7">
              <a:spcBef>
                <a:spcPts val="0"/>
              </a:spcBef>
              <a:spcAft>
                <a:spcPts val="0"/>
              </a:spcAft>
              <a:buClr>
                <a:schemeClr val="dk1"/>
              </a:buClr>
              <a:buSzPts val="1200"/>
              <a:buNone/>
              <a:defRPr/>
            </a:lvl8pPr>
            <a:lvl9pPr lvl="8">
              <a:spcBef>
                <a:spcPts val="0"/>
              </a:spcBef>
              <a:spcAft>
                <a:spcPts val="0"/>
              </a:spcAft>
              <a:buClr>
                <a:schemeClr val="dk1"/>
              </a:buClr>
              <a:buSzPts val="1200"/>
              <a:buNone/>
              <a:defRPr/>
            </a:lvl9pPr>
          </a:lstStyle>
          <a:p/>
        </p:txBody>
      </p:sp>
      <p:sp>
        <p:nvSpPr>
          <p:cNvPr id="181" name="Google Shape;181;p24"/>
          <p:cNvSpPr/>
          <p:nvPr/>
        </p:nvSpPr>
        <p:spPr>
          <a:xfrm>
            <a:off x="1057551" y="1400900"/>
            <a:ext cx="7940700" cy="35970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rgbClr val="121212"/>
              </a:solidFill>
              <a:latin typeface="Work Sans"/>
              <a:ea typeface="Work Sans"/>
              <a:cs typeface="Work Sans"/>
              <a:sym typeface="Work Sans"/>
            </a:endParaRPr>
          </a:p>
        </p:txBody>
      </p:sp>
      <p:sp>
        <p:nvSpPr>
          <p:cNvPr id="182" name="Google Shape;182;p24"/>
          <p:cNvSpPr txBox="1"/>
          <p:nvPr>
            <p:ph type="title"/>
          </p:nvPr>
        </p:nvSpPr>
        <p:spPr>
          <a:xfrm>
            <a:off x="1167250" y="1400900"/>
            <a:ext cx="1638600" cy="119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Work Sans"/>
              <a:buNone/>
              <a:defRPr sz="1400">
                <a:solidFill>
                  <a:schemeClr val="lt1"/>
                </a:solidFill>
                <a:latin typeface="Work Sans"/>
                <a:ea typeface="Work Sans"/>
                <a:cs typeface="Work Sans"/>
                <a:sym typeface="Work Sans"/>
              </a:defRPr>
            </a:lvl1pPr>
            <a:lvl2pPr lvl="1">
              <a:spcBef>
                <a:spcPts val="0"/>
              </a:spcBef>
              <a:spcAft>
                <a:spcPts val="0"/>
              </a:spcAft>
              <a:buClr>
                <a:schemeClr val="lt1"/>
              </a:buClr>
              <a:buSzPts val="1400"/>
              <a:buFont typeface="Work Sans"/>
              <a:buNone/>
              <a:defRPr>
                <a:solidFill>
                  <a:schemeClr val="lt1"/>
                </a:solidFill>
              </a:defRPr>
            </a:lvl2pPr>
            <a:lvl3pPr lvl="2">
              <a:spcBef>
                <a:spcPts val="0"/>
              </a:spcBef>
              <a:spcAft>
                <a:spcPts val="0"/>
              </a:spcAft>
              <a:buClr>
                <a:schemeClr val="lt1"/>
              </a:buClr>
              <a:buSzPts val="1400"/>
              <a:buFont typeface="Work Sans"/>
              <a:buNone/>
              <a:defRPr>
                <a:solidFill>
                  <a:schemeClr val="lt1"/>
                </a:solidFill>
              </a:defRPr>
            </a:lvl3pPr>
            <a:lvl4pPr lvl="3">
              <a:spcBef>
                <a:spcPts val="0"/>
              </a:spcBef>
              <a:spcAft>
                <a:spcPts val="0"/>
              </a:spcAft>
              <a:buClr>
                <a:schemeClr val="lt1"/>
              </a:buClr>
              <a:buSzPts val="1400"/>
              <a:buFont typeface="Work Sans"/>
              <a:buNone/>
              <a:defRPr>
                <a:solidFill>
                  <a:schemeClr val="lt1"/>
                </a:solidFill>
              </a:defRPr>
            </a:lvl4pPr>
            <a:lvl5pPr lvl="4">
              <a:spcBef>
                <a:spcPts val="0"/>
              </a:spcBef>
              <a:spcAft>
                <a:spcPts val="0"/>
              </a:spcAft>
              <a:buClr>
                <a:schemeClr val="lt1"/>
              </a:buClr>
              <a:buSzPts val="1400"/>
              <a:buFont typeface="Work Sans"/>
              <a:buNone/>
              <a:defRPr>
                <a:solidFill>
                  <a:schemeClr val="lt1"/>
                </a:solidFill>
              </a:defRPr>
            </a:lvl5pPr>
            <a:lvl6pPr lvl="5">
              <a:spcBef>
                <a:spcPts val="0"/>
              </a:spcBef>
              <a:spcAft>
                <a:spcPts val="0"/>
              </a:spcAft>
              <a:buClr>
                <a:schemeClr val="lt1"/>
              </a:buClr>
              <a:buSzPts val="1400"/>
              <a:buFont typeface="Work Sans"/>
              <a:buNone/>
              <a:defRPr>
                <a:solidFill>
                  <a:schemeClr val="lt1"/>
                </a:solidFill>
              </a:defRPr>
            </a:lvl6pPr>
            <a:lvl7pPr lvl="6">
              <a:spcBef>
                <a:spcPts val="0"/>
              </a:spcBef>
              <a:spcAft>
                <a:spcPts val="0"/>
              </a:spcAft>
              <a:buClr>
                <a:schemeClr val="lt1"/>
              </a:buClr>
              <a:buSzPts val="1400"/>
              <a:buFont typeface="Work Sans"/>
              <a:buNone/>
              <a:defRPr>
                <a:solidFill>
                  <a:schemeClr val="lt1"/>
                </a:solidFill>
              </a:defRPr>
            </a:lvl7pPr>
            <a:lvl8pPr lvl="7">
              <a:spcBef>
                <a:spcPts val="0"/>
              </a:spcBef>
              <a:spcAft>
                <a:spcPts val="0"/>
              </a:spcAft>
              <a:buClr>
                <a:schemeClr val="lt1"/>
              </a:buClr>
              <a:buSzPts val="1400"/>
              <a:buFont typeface="Work Sans"/>
              <a:buNone/>
              <a:defRPr>
                <a:solidFill>
                  <a:schemeClr val="lt1"/>
                </a:solidFill>
              </a:defRPr>
            </a:lvl8pPr>
            <a:lvl9pPr lvl="8">
              <a:spcBef>
                <a:spcPts val="0"/>
              </a:spcBef>
              <a:spcAft>
                <a:spcPts val="0"/>
              </a:spcAft>
              <a:buClr>
                <a:schemeClr val="lt1"/>
              </a:buClr>
              <a:buSzPts val="1400"/>
              <a:buFont typeface="Work Sans"/>
              <a:buNone/>
              <a:defRPr>
                <a:solidFill>
                  <a:schemeClr val="lt1"/>
                </a:solidFill>
              </a:defRPr>
            </a:lvl9pPr>
          </a:lstStyle>
          <a:p/>
        </p:txBody>
      </p:sp>
      <p:cxnSp>
        <p:nvCxnSpPr>
          <p:cNvPr id="183" name="Google Shape;183;p24"/>
          <p:cNvCxnSpPr/>
          <p:nvPr/>
        </p:nvCxnSpPr>
        <p:spPr>
          <a:xfrm>
            <a:off x="1057550" y="2600100"/>
            <a:ext cx="7940700" cy="0"/>
          </a:xfrm>
          <a:prstGeom prst="straightConnector1">
            <a:avLst/>
          </a:prstGeom>
          <a:noFill/>
          <a:ln cap="flat" cmpd="sng" w="9525">
            <a:solidFill>
              <a:schemeClr val="lt1"/>
            </a:solidFill>
            <a:prstDash val="solid"/>
            <a:round/>
            <a:headEnd len="med" w="med" type="none"/>
            <a:tailEnd len="med" w="med" type="none"/>
          </a:ln>
        </p:spPr>
      </p:cxnSp>
      <p:cxnSp>
        <p:nvCxnSpPr>
          <p:cNvPr id="184" name="Google Shape;184;p24"/>
          <p:cNvCxnSpPr/>
          <p:nvPr/>
        </p:nvCxnSpPr>
        <p:spPr>
          <a:xfrm>
            <a:off x="1057550" y="3799000"/>
            <a:ext cx="7940700" cy="0"/>
          </a:xfrm>
          <a:prstGeom prst="straightConnector1">
            <a:avLst/>
          </a:prstGeom>
          <a:noFill/>
          <a:ln cap="flat" cmpd="sng" w="9525">
            <a:solidFill>
              <a:schemeClr val="lt1"/>
            </a:solidFill>
            <a:prstDash val="solid"/>
            <a:round/>
            <a:headEnd len="med" w="med" type="none"/>
            <a:tailEnd len="med" w="med" type="none"/>
          </a:ln>
        </p:spPr>
      </p:cxnSp>
      <p:sp>
        <p:nvSpPr>
          <p:cNvPr id="185" name="Google Shape;185;p24"/>
          <p:cNvSpPr txBox="1"/>
          <p:nvPr>
            <p:ph idx="4" type="title"/>
          </p:nvPr>
        </p:nvSpPr>
        <p:spPr>
          <a:xfrm>
            <a:off x="1167250" y="2600100"/>
            <a:ext cx="1638600" cy="119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Work Sans"/>
              <a:buNone/>
              <a:defRPr sz="1400">
                <a:solidFill>
                  <a:schemeClr val="lt1"/>
                </a:solidFill>
                <a:latin typeface="Work Sans"/>
                <a:ea typeface="Work Sans"/>
                <a:cs typeface="Work Sans"/>
                <a:sym typeface="Work Sans"/>
              </a:defRPr>
            </a:lvl1pPr>
            <a:lvl2pPr lvl="1">
              <a:spcBef>
                <a:spcPts val="0"/>
              </a:spcBef>
              <a:spcAft>
                <a:spcPts val="0"/>
              </a:spcAft>
              <a:buClr>
                <a:schemeClr val="lt1"/>
              </a:buClr>
              <a:buSzPts val="1400"/>
              <a:buFont typeface="Work Sans"/>
              <a:buNone/>
              <a:defRPr>
                <a:solidFill>
                  <a:schemeClr val="lt1"/>
                </a:solidFill>
              </a:defRPr>
            </a:lvl2pPr>
            <a:lvl3pPr lvl="2">
              <a:spcBef>
                <a:spcPts val="0"/>
              </a:spcBef>
              <a:spcAft>
                <a:spcPts val="0"/>
              </a:spcAft>
              <a:buClr>
                <a:schemeClr val="lt1"/>
              </a:buClr>
              <a:buSzPts val="1400"/>
              <a:buFont typeface="Work Sans"/>
              <a:buNone/>
              <a:defRPr>
                <a:solidFill>
                  <a:schemeClr val="lt1"/>
                </a:solidFill>
              </a:defRPr>
            </a:lvl3pPr>
            <a:lvl4pPr lvl="3">
              <a:spcBef>
                <a:spcPts val="0"/>
              </a:spcBef>
              <a:spcAft>
                <a:spcPts val="0"/>
              </a:spcAft>
              <a:buClr>
                <a:schemeClr val="lt1"/>
              </a:buClr>
              <a:buSzPts val="1400"/>
              <a:buFont typeface="Work Sans"/>
              <a:buNone/>
              <a:defRPr>
                <a:solidFill>
                  <a:schemeClr val="lt1"/>
                </a:solidFill>
              </a:defRPr>
            </a:lvl4pPr>
            <a:lvl5pPr lvl="4">
              <a:spcBef>
                <a:spcPts val="0"/>
              </a:spcBef>
              <a:spcAft>
                <a:spcPts val="0"/>
              </a:spcAft>
              <a:buClr>
                <a:schemeClr val="lt1"/>
              </a:buClr>
              <a:buSzPts val="1400"/>
              <a:buFont typeface="Work Sans"/>
              <a:buNone/>
              <a:defRPr>
                <a:solidFill>
                  <a:schemeClr val="lt1"/>
                </a:solidFill>
              </a:defRPr>
            </a:lvl5pPr>
            <a:lvl6pPr lvl="5">
              <a:spcBef>
                <a:spcPts val="0"/>
              </a:spcBef>
              <a:spcAft>
                <a:spcPts val="0"/>
              </a:spcAft>
              <a:buClr>
                <a:schemeClr val="lt1"/>
              </a:buClr>
              <a:buSzPts val="1400"/>
              <a:buFont typeface="Work Sans"/>
              <a:buNone/>
              <a:defRPr>
                <a:solidFill>
                  <a:schemeClr val="lt1"/>
                </a:solidFill>
              </a:defRPr>
            </a:lvl6pPr>
            <a:lvl7pPr lvl="6">
              <a:spcBef>
                <a:spcPts val="0"/>
              </a:spcBef>
              <a:spcAft>
                <a:spcPts val="0"/>
              </a:spcAft>
              <a:buClr>
                <a:schemeClr val="lt1"/>
              </a:buClr>
              <a:buSzPts val="1400"/>
              <a:buFont typeface="Work Sans"/>
              <a:buNone/>
              <a:defRPr>
                <a:solidFill>
                  <a:schemeClr val="lt1"/>
                </a:solidFill>
              </a:defRPr>
            </a:lvl7pPr>
            <a:lvl8pPr lvl="7">
              <a:spcBef>
                <a:spcPts val="0"/>
              </a:spcBef>
              <a:spcAft>
                <a:spcPts val="0"/>
              </a:spcAft>
              <a:buClr>
                <a:schemeClr val="lt1"/>
              </a:buClr>
              <a:buSzPts val="1400"/>
              <a:buFont typeface="Work Sans"/>
              <a:buNone/>
              <a:defRPr>
                <a:solidFill>
                  <a:schemeClr val="lt1"/>
                </a:solidFill>
              </a:defRPr>
            </a:lvl8pPr>
            <a:lvl9pPr lvl="8">
              <a:spcBef>
                <a:spcPts val="0"/>
              </a:spcBef>
              <a:spcAft>
                <a:spcPts val="0"/>
              </a:spcAft>
              <a:buClr>
                <a:schemeClr val="lt1"/>
              </a:buClr>
              <a:buSzPts val="1400"/>
              <a:buFont typeface="Work Sans"/>
              <a:buNone/>
              <a:defRPr>
                <a:solidFill>
                  <a:schemeClr val="lt1"/>
                </a:solidFill>
              </a:defRPr>
            </a:lvl9pPr>
          </a:lstStyle>
          <a:p/>
        </p:txBody>
      </p:sp>
      <p:sp>
        <p:nvSpPr>
          <p:cNvPr id="186" name="Google Shape;186;p24"/>
          <p:cNvSpPr txBox="1"/>
          <p:nvPr>
            <p:ph idx="5" type="title"/>
          </p:nvPr>
        </p:nvSpPr>
        <p:spPr>
          <a:xfrm>
            <a:off x="1167250" y="3799000"/>
            <a:ext cx="1638600" cy="119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Work Sans"/>
              <a:buNone/>
              <a:defRPr sz="1400">
                <a:solidFill>
                  <a:schemeClr val="lt1"/>
                </a:solidFill>
                <a:latin typeface="Work Sans"/>
                <a:ea typeface="Work Sans"/>
                <a:cs typeface="Work Sans"/>
                <a:sym typeface="Work Sans"/>
              </a:defRPr>
            </a:lvl1pPr>
            <a:lvl2pPr lvl="1">
              <a:spcBef>
                <a:spcPts val="0"/>
              </a:spcBef>
              <a:spcAft>
                <a:spcPts val="0"/>
              </a:spcAft>
              <a:buClr>
                <a:schemeClr val="lt1"/>
              </a:buClr>
              <a:buSzPts val="1400"/>
              <a:buFont typeface="Work Sans"/>
              <a:buNone/>
              <a:defRPr>
                <a:solidFill>
                  <a:schemeClr val="lt1"/>
                </a:solidFill>
              </a:defRPr>
            </a:lvl2pPr>
            <a:lvl3pPr lvl="2">
              <a:spcBef>
                <a:spcPts val="0"/>
              </a:spcBef>
              <a:spcAft>
                <a:spcPts val="0"/>
              </a:spcAft>
              <a:buClr>
                <a:schemeClr val="lt1"/>
              </a:buClr>
              <a:buSzPts val="1400"/>
              <a:buFont typeface="Work Sans"/>
              <a:buNone/>
              <a:defRPr>
                <a:solidFill>
                  <a:schemeClr val="lt1"/>
                </a:solidFill>
              </a:defRPr>
            </a:lvl3pPr>
            <a:lvl4pPr lvl="3">
              <a:spcBef>
                <a:spcPts val="0"/>
              </a:spcBef>
              <a:spcAft>
                <a:spcPts val="0"/>
              </a:spcAft>
              <a:buClr>
                <a:schemeClr val="lt1"/>
              </a:buClr>
              <a:buSzPts val="1400"/>
              <a:buFont typeface="Work Sans"/>
              <a:buNone/>
              <a:defRPr>
                <a:solidFill>
                  <a:schemeClr val="lt1"/>
                </a:solidFill>
              </a:defRPr>
            </a:lvl4pPr>
            <a:lvl5pPr lvl="4">
              <a:spcBef>
                <a:spcPts val="0"/>
              </a:spcBef>
              <a:spcAft>
                <a:spcPts val="0"/>
              </a:spcAft>
              <a:buClr>
                <a:schemeClr val="lt1"/>
              </a:buClr>
              <a:buSzPts val="1400"/>
              <a:buFont typeface="Work Sans"/>
              <a:buNone/>
              <a:defRPr>
                <a:solidFill>
                  <a:schemeClr val="lt1"/>
                </a:solidFill>
              </a:defRPr>
            </a:lvl5pPr>
            <a:lvl6pPr lvl="5">
              <a:spcBef>
                <a:spcPts val="0"/>
              </a:spcBef>
              <a:spcAft>
                <a:spcPts val="0"/>
              </a:spcAft>
              <a:buClr>
                <a:schemeClr val="lt1"/>
              </a:buClr>
              <a:buSzPts val="1400"/>
              <a:buFont typeface="Work Sans"/>
              <a:buNone/>
              <a:defRPr>
                <a:solidFill>
                  <a:schemeClr val="lt1"/>
                </a:solidFill>
              </a:defRPr>
            </a:lvl6pPr>
            <a:lvl7pPr lvl="6">
              <a:spcBef>
                <a:spcPts val="0"/>
              </a:spcBef>
              <a:spcAft>
                <a:spcPts val="0"/>
              </a:spcAft>
              <a:buClr>
                <a:schemeClr val="lt1"/>
              </a:buClr>
              <a:buSzPts val="1400"/>
              <a:buFont typeface="Work Sans"/>
              <a:buNone/>
              <a:defRPr>
                <a:solidFill>
                  <a:schemeClr val="lt1"/>
                </a:solidFill>
              </a:defRPr>
            </a:lvl7pPr>
            <a:lvl8pPr lvl="7">
              <a:spcBef>
                <a:spcPts val="0"/>
              </a:spcBef>
              <a:spcAft>
                <a:spcPts val="0"/>
              </a:spcAft>
              <a:buClr>
                <a:schemeClr val="lt1"/>
              </a:buClr>
              <a:buSzPts val="1400"/>
              <a:buFont typeface="Work Sans"/>
              <a:buNone/>
              <a:defRPr>
                <a:solidFill>
                  <a:schemeClr val="lt1"/>
                </a:solidFill>
              </a:defRPr>
            </a:lvl8pPr>
            <a:lvl9pPr lvl="8">
              <a:spcBef>
                <a:spcPts val="0"/>
              </a:spcBef>
              <a:spcAft>
                <a:spcPts val="0"/>
              </a:spcAft>
              <a:buClr>
                <a:schemeClr val="lt1"/>
              </a:buClr>
              <a:buSzPts val="1400"/>
              <a:buFont typeface="Work Sans"/>
              <a:buNone/>
              <a:defRPr>
                <a:solidFill>
                  <a:schemeClr val="lt1"/>
                </a:solidFill>
              </a:defRPr>
            </a:lvl9pPr>
          </a:lstStyle>
          <a:p/>
        </p:txBody>
      </p:sp>
      <p:sp>
        <p:nvSpPr>
          <p:cNvPr id="187" name="Google Shape;187;p24"/>
          <p:cNvSpPr txBox="1"/>
          <p:nvPr>
            <p:ph idx="6" type="body"/>
          </p:nvPr>
        </p:nvSpPr>
        <p:spPr>
          <a:xfrm>
            <a:off x="3892825" y="1401350"/>
            <a:ext cx="1953000" cy="11988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1pPr>
            <a:lvl2pPr indent="-279400" lvl="1" marL="914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2pPr>
            <a:lvl3pPr indent="-279400" lvl="2" marL="1371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3pPr>
            <a:lvl4pPr indent="-279400" lvl="3" marL="1828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4pPr>
            <a:lvl5pPr indent="-279400" lvl="4" marL="22860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5pPr>
            <a:lvl6pPr indent="-279400" lvl="5" marL="2743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6pPr>
            <a:lvl7pPr indent="-279400" lvl="6" marL="3200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7pPr>
            <a:lvl8pPr indent="-279400" lvl="7" marL="3657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8pPr>
            <a:lvl9pPr indent="-279400" lvl="8" marL="4114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9pPr>
          </a:lstStyle>
          <a:p/>
        </p:txBody>
      </p:sp>
      <p:sp>
        <p:nvSpPr>
          <p:cNvPr id="188" name="Google Shape;188;p24"/>
          <p:cNvSpPr txBox="1"/>
          <p:nvPr>
            <p:ph idx="7" type="body"/>
          </p:nvPr>
        </p:nvSpPr>
        <p:spPr>
          <a:xfrm>
            <a:off x="6655050" y="1401350"/>
            <a:ext cx="2197500" cy="11988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1pPr>
            <a:lvl2pPr indent="-279400" lvl="1" marL="914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2pPr>
            <a:lvl3pPr indent="-279400" lvl="2" marL="1371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3pPr>
            <a:lvl4pPr indent="-279400" lvl="3" marL="1828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4pPr>
            <a:lvl5pPr indent="-279400" lvl="4" marL="22860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5pPr>
            <a:lvl6pPr indent="-279400" lvl="5" marL="2743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6pPr>
            <a:lvl7pPr indent="-279400" lvl="6" marL="3200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7pPr>
            <a:lvl8pPr indent="-279400" lvl="7" marL="3657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8pPr>
            <a:lvl9pPr indent="-279400" lvl="8" marL="4114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9pPr>
          </a:lstStyle>
          <a:p/>
        </p:txBody>
      </p:sp>
      <p:sp>
        <p:nvSpPr>
          <p:cNvPr id="189" name="Google Shape;189;p24"/>
          <p:cNvSpPr txBox="1"/>
          <p:nvPr>
            <p:ph idx="8" type="body"/>
          </p:nvPr>
        </p:nvSpPr>
        <p:spPr>
          <a:xfrm>
            <a:off x="3892825" y="2600000"/>
            <a:ext cx="1953000" cy="11988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1pPr>
            <a:lvl2pPr indent="-279400" lvl="1" marL="914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2pPr>
            <a:lvl3pPr indent="-279400" lvl="2" marL="1371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3pPr>
            <a:lvl4pPr indent="-279400" lvl="3" marL="1828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4pPr>
            <a:lvl5pPr indent="-279400" lvl="4" marL="22860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5pPr>
            <a:lvl6pPr indent="-279400" lvl="5" marL="2743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6pPr>
            <a:lvl7pPr indent="-279400" lvl="6" marL="3200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7pPr>
            <a:lvl8pPr indent="-279400" lvl="7" marL="3657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8pPr>
            <a:lvl9pPr indent="-279400" lvl="8" marL="4114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9pPr>
          </a:lstStyle>
          <a:p/>
        </p:txBody>
      </p:sp>
      <p:sp>
        <p:nvSpPr>
          <p:cNvPr id="190" name="Google Shape;190;p24"/>
          <p:cNvSpPr txBox="1"/>
          <p:nvPr>
            <p:ph idx="9" type="body"/>
          </p:nvPr>
        </p:nvSpPr>
        <p:spPr>
          <a:xfrm>
            <a:off x="6655050" y="2600000"/>
            <a:ext cx="2197500" cy="11988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1pPr>
            <a:lvl2pPr indent="-279400" lvl="1" marL="914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2pPr>
            <a:lvl3pPr indent="-279400" lvl="2" marL="1371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3pPr>
            <a:lvl4pPr indent="-279400" lvl="3" marL="1828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4pPr>
            <a:lvl5pPr indent="-279400" lvl="4" marL="22860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5pPr>
            <a:lvl6pPr indent="-279400" lvl="5" marL="2743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6pPr>
            <a:lvl7pPr indent="-279400" lvl="6" marL="3200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7pPr>
            <a:lvl8pPr indent="-279400" lvl="7" marL="3657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8pPr>
            <a:lvl9pPr indent="-279400" lvl="8" marL="4114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9pPr>
          </a:lstStyle>
          <a:p/>
        </p:txBody>
      </p:sp>
      <p:sp>
        <p:nvSpPr>
          <p:cNvPr id="191" name="Google Shape;191;p24"/>
          <p:cNvSpPr txBox="1"/>
          <p:nvPr>
            <p:ph idx="13" type="body"/>
          </p:nvPr>
        </p:nvSpPr>
        <p:spPr>
          <a:xfrm>
            <a:off x="3892825" y="3799200"/>
            <a:ext cx="1953000" cy="11988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1pPr>
            <a:lvl2pPr indent="-279400" lvl="1" marL="914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2pPr>
            <a:lvl3pPr indent="-279400" lvl="2" marL="1371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3pPr>
            <a:lvl4pPr indent="-279400" lvl="3" marL="1828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4pPr>
            <a:lvl5pPr indent="-279400" lvl="4" marL="22860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5pPr>
            <a:lvl6pPr indent="-279400" lvl="5" marL="2743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6pPr>
            <a:lvl7pPr indent="-279400" lvl="6" marL="3200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7pPr>
            <a:lvl8pPr indent="-279400" lvl="7" marL="3657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8pPr>
            <a:lvl9pPr indent="-279400" lvl="8" marL="4114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9pPr>
          </a:lstStyle>
          <a:p/>
        </p:txBody>
      </p:sp>
      <p:sp>
        <p:nvSpPr>
          <p:cNvPr id="192" name="Google Shape;192;p24"/>
          <p:cNvSpPr txBox="1"/>
          <p:nvPr>
            <p:ph idx="14" type="body"/>
          </p:nvPr>
        </p:nvSpPr>
        <p:spPr>
          <a:xfrm>
            <a:off x="6655050" y="3799200"/>
            <a:ext cx="2197500" cy="11988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1pPr>
            <a:lvl2pPr indent="-279400" lvl="1" marL="914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2pPr>
            <a:lvl3pPr indent="-279400" lvl="2" marL="1371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3pPr>
            <a:lvl4pPr indent="-279400" lvl="3" marL="1828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4pPr>
            <a:lvl5pPr indent="-279400" lvl="4" marL="22860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5pPr>
            <a:lvl6pPr indent="-279400" lvl="5" marL="27432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6pPr>
            <a:lvl7pPr indent="-279400" lvl="6" marL="32004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7pPr>
            <a:lvl8pPr indent="-279400" lvl="7" marL="36576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8pPr>
            <a:lvl9pPr indent="-279400" lvl="8" marL="4114800">
              <a:spcBef>
                <a:spcPts val="0"/>
              </a:spcBef>
              <a:spcAft>
                <a:spcPts val="0"/>
              </a:spcAft>
              <a:buClr>
                <a:schemeClr val="lt1"/>
              </a:buClr>
              <a:buSzPts val="800"/>
              <a:buFont typeface="Work Sans Medium"/>
              <a:buChar char="■"/>
              <a:defRPr sz="800">
                <a:solidFill>
                  <a:schemeClr val="lt1"/>
                </a:solidFill>
                <a:latin typeface="Work Sans Medium"/>
                <a:ea typeface="Work Sans Medium"/>
                <a:cs typeface="Work Sans Medium"/>
                <a:sym typeface="Work Sans Medium"/>
              </a:defRPr>
            </a:lvl9pPr>
          </a:lstStyle>
          <a:p/>
        </p:txBody>
      </p:sp>
      <p:sp>
        <p:nvSpPr>
          <p:cNvPr id="193" name="Google Shape;193;p24"/>
          <p:cNvSpPr txBox="1"/>
          <p:nvPr>
            <p:ph idx="15" type="title"/>
          </p:nvPr>
        </p:nvSpPr>
        <p:spPr>
          <a:xfrm>
            <a:off x="3892825" y="749650"/>
            <a:ext cx="1953000" cy="57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Work Sans"/>
              <a:buNone/>
              <a:defRPr sz="1400">
                <a:latin typeface="Work Sans"/>
                <a:ea typeface="Work Sans"/>
                <a:cs typeface="Work Sans"/>
                <a:sym typeface="Work Sans"/>
              </a:defRPr>
            </a:lvl1pPr>
            <a:lvl2pPr lvl="1">
              <a:spcBef>
                <a:spcPts val="0"/>
              </a:spcBef>
              <a:spcAft>
                <a:spcPts val="0"/>
              </a:spcAft>
              <a:buClr>
                <a:schemeClr val="dk1"/>
              </a:buClr>
              <a:buSzPts val="1400"/>
              <a:buFont typeface="Work Sans"/>
              <a:buNone/>
              <a:defRPr>
                <a:solidFill>
                  <a:schemeClr val="dk1"/>
                </a:solidFill>
              </a:defRPr>
            </a:lvl2pPr>
            <a:lvl3pPr lvl="2">
              <a:spcBef>
                <a:spcPts val="0"/>
              </a:spcBef>
              <a:spcAft>
                <a:spcPts val="0"/>
              </a:spcAft>
              <a:buClr>
                <a:schemeClr val="dk1"/>
              </a:buClr>
              <a:buSzPts val="1400"/>
              <a:buFont typeface="Work Sans"/>
              <a:buNone/>
              <a:defRPr>
                <a:solidFill>
                  <a:schemeClr val="dk1"/>
                </a:solidFill>
              </a:defRPr>
            </a:lvl3pPr>
            <a:lvl4pPr lvl="3">
              <a:spcBef>
                <a:spcPts val="0"/>
              </a:spcBef>
              <a:spcAft>
                <a:spcPts val="0"/>
              </a:spcAft>
              <a:buClr>
                <a:schemeClr val="dk1"/>
              </a:buClr>
              <a:buSzPts val="1400"/>
              <a:buFont typeface="Work Sans"/>
              <a:buNone/>
              <a:defRPr>
                <a:solidFill>
                  <a:schemeClr val="dk1"/>
                </a:solidFill>
              </a:defRPr>
            </a:lvl4pPr>
            <a:lvl5pPr lvl="4">
              <a:spcBef>
                <a:spcPts val="0"/>
              </a:spcBef>
              <a:spcAft>
                <a:spcPts val="0"/>
              </a:spcAft>
              <a:buClr>
                <a:schemeClr val="dk1"/>
              </a:buClr>
              <a:buSzPts val="1400"/>
              <a:buFont typeface="Work Sans"/>
              <a:buNone/>
              <a:defRPr>
                <a:solidFill>
                  <a:schemeClr val="dk1"/>
                </a:solidFill>
              </a:defRPr>
            </a:lvl5pPr>
            <a:lvl6pPr lvl="5">
              <a:spcBef>
                <a:spcPts val="0"/>
              </a:spcBef>
              <a:spcAft>
                <a:spcPts val="0"/>
              </a:spcAft>
              <a:buClr>
                <a:schemeClr val="dk1"/>
              </a:buClr>
              <a:buSzPts val="1400"/>
              <a:buFont typeface="Work Sans"/>
              <a:buNone/>
              <a:defRPr>
                <a:solidFill>
                  <a:schemeClr val="dk1"/>
                </a:solidFill>
              </a:defRPr>
            </a:lvl6pPr>
            <a:lvl7pPr lvl="6">
              <a:spcBef>
                <a:spcPts val="0"/>
              </a:spcBef>
              <a:spcAft>
                <a:spcPts val="0"/>
              </a:spcAft>
              <a:buClr>
                <a:schemeClr val="dk1"/>
              </a:buClr>
              <a:buSzPts val="1400"/>
              <a:buFont typeface="Work Sans"/>
              <a:buNone/>
              <a:defRPr>
                <a:solidFill>
                  <a:schemeClr val="dk1"/>
                </a:solidFill>
              </a:defRPr>
            </a:lvl7pPr>
            <a:lvl8pPr lvl="7">
              <a:spcBef>
                <a:spcPts val="0"/>
              </a:spcBef>
              <a:spcAft>
                <a:spcPts val="0"/>
              </a:spcAft>
              <a:buClr>
                <a:schemeClr val="dk1"/>
              </a:buClr>
              <a:buSzPts val="1400"/>
              <a:buFont typeface="Work Sans"/>
              <a:buNone/>
              <a:defRPr>
                <a:solidFill>
                  <a:schemeClr val="dk1"/>
                </a:solidFill>
              </a:defRPr>
            </a:lvl8pPr>
            <a:lvl9pPr lvl="8">
              <a:spcBef>
                <a:spcPts val="0"/>
              </a:spcBef>
              <a:spcAft>
                <a:spcPts val="0"/>
              </a:spcAft>
              <a:buClr>
                <a:schemeClr val="dk1"/>
              </a:buClr>
              <a:buSzPts val="1400"/>
              <a:buFont typeface="Work Sans"/>
              <a:buNone/>
              <a:defRPr>
                <a:solidFill>
                  <a:schemeClr val="dk1"/>
                </a:solidFill>
              </a:defRPr>
            </a:lvl9pPr>
          </a:lstStyle>
          <a:p/>
        </p:txBody>
      </p:sp>
      <p:sp>
        <p:nvSpPr>
          <p:cNvPr id="194" name="Google Shape;194;p24"/>
          <p:cNvSpPr txBox="1"/>
          <p:nvPr>
            <p:ph idx="16" type="title"/>
          </p:nvPr>
        </p:nvSpPr>
        <p:spPr>
          <a:xfrm>
            <a:off x="6655050" y="749650"/>
            <a:ext cx="1848000" cy="57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Work Sans"/>
              <a:buNone/>
              <a:defRPr sz="1400">
                <a:latin typeface="Work Sans"/>
                <a:ea typeface="Work Sans"/>
                <a:cs typeface="Work Sans"/>
                <a:sym typeface="Work Sans"/>
              </a:defRPr>
            </a:lvl1pPr>
            <a:lvl2pPr lvl="1">
              <a:spcBef>
                <a:spcPts val="0"/>
              </a:spcBef>
              <a:spcAft>
                <a:spcPts val="0"/>
              </a:spcAft>
              <a:buClr>
                <a:schemeClr val="dk1"/>
              </a:buClr>
              <a:buSzPts val="1400"/>
              <a:buFont typeface="Work Sans"/>
              <a:buNone/>
              <a:defRPr>
                <a:solidFill>
                  <a:schemeClr val="dk1"/>
                </a:solidFill>
              </a:defRPr>
            </a:lvl2pPr>
            <a:lvl3pPr lvl="2">
              <a:spcBef>
                <a:spcPts val="0"/>
              </a:spcBef>
              <a:spcAft>
                <a:spcPts val="0"/>
              </a:spcAft>
              <a:buClr>
                <a:schemeClr val="dk1"/>
              </a:buClr>
              <a:buSzPts val="1400"/>
              <a:buFont typeface="Work Sans"/>
              <a:buNone/>
              <a:defRPr>
                <a:solidFill>
                  <a:schemeClr val="dk1"/>
                </a:solidFill>
              </a:defRPr>
            </a:lvl3pPr>
            <a:lvl4pPr lvl="3">
              <a:spcBef>
                <a:spcPts val="0"/>
              </a:spcBef>
              <a:spcAft>
                <a:spcPts val="0"/>
              </a:spcAft>
              <a:buClr>
                <a:schemeClr val="dk1"/>
              </a:buClr>
              <a:buSzPts val="1400"/>
              <a:buFont typeface="Work Sans"/>
              <a:buNone/>
              <a:defRPr>
                <a:solidFill>
                  <a:schemeClr val="dk1"/>
                </a:solidFill>
              </a:defRPr>
            </a:lvl4pPr>
            <a:lvl5pPr lvl="4">
              <a:spcBef>
                <a:spcPts val="0"/>
              </a:spcBef>
              <a:spcAft>
                <a:spcPts val="0"/>
              </a:spcAft>
              <a:buClr>
                <a:schemeClr val="dk1"/>
              </a:buClr>
              <a:buSzPts val="1400"/>
              <a:buFont typeface="Work Sans"/>
              <a:buNone/>
              <a:defRPr>
                <a:solidFill>
                  <a:schemeClr val="dk1"/>
                </a:solidFill>
              </a:defRPr>
            </a:lvl5pPr>
            <a:lvl6pPr lvl="5">
              <a:spcBef>
                <a:spcPts val="0"/>
              </a:spcBef>
              <a:spcAft>
                <a:spcPts val="0"/>
              </a:spcAft>
              <a:buClr>
                <a:schemeClr val="dk1"/>
              </a:buClr>
              <a:buSzPts val="1400"/>
              <a:buFont typeface="Work Sans"/>
              <a:buNone/>
              <a:defRPr>
                <a:solidFill>
                  <a:schemeClr val="dk1"/>
                </a:solidFill>
              </a:defRPr>
            </a:lvl6pPr>
            <a:lvl7pPr lvl="6">
              <a:spcBef>
                <a:spcPts val="0"/>
              </a:spcBef>
              <a:spcAft>
                <a:spcPts val="0"/>
              </a:spcAft>
              <a:buClr>
                <a:schemeClr val="dk1"/>
              </a:buClr>
              <a:buSzPts val="1400"/>
              <a:buFont typeface="Work Sans"/>
              <a:buNone/>
              <a:defRPr>
                <a:solidFill>
                  <a:schemeClr val="dk1"/>
                </a:solidFill>
              </a:defRPr>
            </a:lvl7pPr>
            <a:lvl8pPr lvl="7">
              <a:spcBef>
                <a:spcPts val="0"/>
              </a:spcBef>
              <a:spcAft>
                <a:spcPts val="0"/>
              </a:spcAft>
              <a:buClr>
                <a:schemeClr val="dk1"/>
              </a:buClr>
              <a:buSzPts val="1400"/>
              <a:buFont typeface="Work Sans"/>
              <a:buNone/>
              <a:defRPr>
                <a:solidFill>
                  <a:schemeClr val="dk1"/>
                </a:solidFill>
              </a:defRPr>
            </a:lvl8pPr>
            <a:lvl9pPr lvl="8">
              <a:spcBef>
                <a:spcPts val="0"/>
              </a:spcBef>
              <a:spcAft>
                <a:spcPts val="0"/>
              </a:spcAft>
              <a:buClr>
                <a:schemeClr val="dk1"/>
              </a:buClr>
              <a:buSzPts val="1400"/>
              <a:buFont typeface="Work Sans"/>
              <a:buNone/>
              <a:defRPr>
                <a:solidFill>
                  <a:schemeClr val="dk1"/>
                </a:solidFill>
              </a:defRPr>
            </a:lvl9pPr>
          </a:lstStyle>
          <a:p/>
        </p:txBody>
      </p:sp>
      <p:sp>
        <p:nvSpPr>
          <p:cNvPr id="195" name="Google Shape;195;p24"/>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photo slide">
  <p:cSld name="TITLE_12">
    <p:spTree>
      <p:nvGrpSpPr>
        <p:cNvPr id="196" name="Shape 196"/>
        <p:cNvGrpSpPr/>
        <p:nvPr/>
      </p:nvGrpSpPr>
      <p:grpSpPr>
        <a:xfrm>
          <a:off x="0" y="0"/>
          <a:ext cx="0" cy="0"/>
          <a:chOff x="0" y="0"/>
          <a:chExt cx="0" cy="0"/>
        </a:xfrm>
      </p:grpSpPr>
      <p:sp>
        <p:nvSpPr>
          <p:cNvPr id="197" name="Google Shape;197;p25"/>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Work Sans"/>
              <a:ea typeface="Work Sans"/>
              <a:cs typeface="Work Sans"/>
              <a:sym typeface="Work Sans"/>
            </a:endParaRPr>
          </a:p>
        </p:txBody>
      </p:sp>
      <p:sp>
        <p:nvSpPr>
          <p:cNvPr id="198" name="Google Shape;198;p25"/>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199" name="Google Shape;199;p25"/>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200" name="Google Shape;200;p25"/>
          <p:cNvSpPr/>
          <p:nvPr/>
        </p:nvSpPr>
        <p:spPr>
          <a:xfrm>
            <a:off x="747725" y="0"/>
            <a:ext cx="6563100" cy="147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1212"/>
              </a:solidFill>
              <a:latin typeface="Work Sans"/>
              <a:ea typeface="Work Sans"/>
              <a:cs typeface="Work Sans"/>
              <a:sym typeface="Work Sans"/>
            </a:endParaRPr>
          </a:p>
        </p:txBody>
      </p:sp>
      <p:sp>
        <p:nvSpPr>
          <p:cNvPr id="201" name="Google Shape;201;p25"/>
          <p:cNvSpPr/>
          <p:nvPr/>
        </p:nvSpPr>
        <p:spPr>
          <a:xfrm>
            <a:off x="747600" y="1477825"/>
            <a:ext cx="6563100" cy="3665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t/>
            </a:r>
            <a:endParaRPr sz="1800">
              <a:latin typeface="Work Sans Medium"/>
              <a:ea typeface="Work Sans Medium"/>
              <a:cs typeface="Work Sans Medium"/>
              <a:sym typeface="Work Sans Medium"/>
            </a:endParaRPr>
          </a:p>
        </p:txBody>
      </p:sp>
      <p:sp>
        <p:nvSpPr>
          <p:cNvPr id="202" name="Google Shape;202;p25"/>
          <p:cNvSpPr/>
          <p:nvPr/>
        </p:nvSpPr>
        <p:spPr>
          <a:xfrm>
            <a:off x="7310825" y="25"/>
            <a:ext cx="1833300" cy="1477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t/>
            </a:r>
            <a:endParaRPr sz="1800">
              <a:latin typeface="Work Sans Medium"/>
              <a:ea typeface="Work Sans Medium"/>
              <a:cs typeface="Work Sans Medium"/>
              <a:sym typeface="Work Sans Medium"/>
            </a:endParaRPr>
          </a:p>
        </p:txBody>
      </p:sp>
      <p:sp>
        <p:nvSpPr>
          <p:cNvPr id="203" name="Google Shape;203;p25"/>
          <p:cNvSpPr/>
          <p:nvPr>
            <p:ph idx="3" type="pic"/>
          </p:nvPr>
        </p:nvSpPr>
        <p:spPr>
          <a:xfrm>
            <a:off x="7315700" y="1477825"/>
            <a:ext cx="1833300" cy="3665700"/>
          </a:xfrm>
          <a:prstGeom prst="rect">
            <a:avLst/>
          </a:prstGeom>
          <a:noFill/>
          <a:ln>
            <a:noFill/>
          </a:ln>
        </p:spPr>
      </p:sp>
      <p:sp>
        <p:nvSpPr>
          <p:cNvPr id="204" name="Google Shape;204;p25"/>
          <p:cNvSpPr txBox="1"/>
          <p:nvPr>
            <p:ph type="title"/>
          </p:nvPr>
        </p:nvSpPr>
        <p:spPr>
          <a:xfrm>
            <a:off x="905800" y="130725"/>
            <a:ext cx="6251700" cy="1223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Font typeface="Work Sans"/>
              <a:buNone/>
              <a:defRPr sz="6000">
                <a:solidFill>
                  <a:schemeClr val="lt1"/>
                </a:solidFill>
                <a:latin typeface="Work Sans"/>
                <a:ea typeface="Work Sans"/>
                <a:cs typeface="Work Sans"/>
                <a:sym typeface="Work Sans"/>
              </a:defRPr>
            </a:lvl1pPr>
            <a:lvl2pPr lvl="1">
              <a:spcBef>
                <a:spcPts val="0"/>
              </a:spcBef>
              <a:spcAft>
                <a:spcPts val="0"/>
              </a:spcAft>
              <a:buSzPts val="1400"/>
              <a:buFont typeface="Work Sans"/>
              <a:buNone/>
              <a:defRPr/>
            </a:lvl2pPr>
            <a:lvl3pPr lvl="2">
              <a:spcBef>
                <a:spcPts val="0"/>
              </a:spcBef>
              <a:spcAft>
                <a:spcPts val="0"/>
              </a:spcAft>
              <a:buSzPts val="1400"/>
              <a:buFont typeface="Work Sans"/>
              <a:buNone/>
              <a:defRPr/>
            </a:lvl3pPr>
            <a:lvl4pPr lvl="3">
              <a:spcBef>
                <a:spcPts val="0"/>
              </a:spcBef>
              <a:spcAft>
                <a:spcPts val="0"/>
              </a:spcAft>
              <a:buSzPts val="1400"/>
              <a:buFont typeface="Work Sans"/>
              <a:buNone/>
              <a:defRPr/>
            </a:lvl4pPr>
            <a:lvl5pPr lvl="4">
              <a:spcBef>
                <a:spcPts val="0"/>
              </a:spcBef>
              <a:spcAft>
                <a:spcPts val="0"/>
              </a:spcAft>
              <a:buSzPts val="1400"/>
              <a:buFont typeface="Work Sans"/>
              <a:buNone/>
              <a:defRPr/>
            </a:lvl5pPr>
            <a:lvl6pPr lvl="5">
              <a:spcBef>
                <a:spcPts val="0"/>
              </a:spcBef>
              <a:spcAft>
                <a:spcPts val="0"/>
              </a:spcAft>
              <a:buSzPts val="1400"/>
              <a:buFont typeface="Work Sans"/>
              <a:buNone/>
              <a:defRPr/>
            </a:lvl6pPr>
            <a:lvl7pPr lvl="6">
              <a:spcBef>
                <a:spcPts val="0"/>
              </a:spcBef>
              <a:spcAft>
                <a:spcPts val="0"/>
              </a:spcAft>
              <a:buSzPts val="1400"/>
              <a:buFont typeface="Work Sans"/>
              <a:buNone/>
              <a:defRPr/>
            </a:lvl7pPr>
            <a:lvl8pPr lvl="7">
              <a:spcBef>
                <a:spcPts val="0"/>
              </a:spcBef>
              <a:spcAft>
                <a:spcPts val="0"/>
              </a:spcAft>
              <a:buSzPts val="1400"/>
              <a:buFont typeface="Work Sans"/>
              <a:buNone/>
              <a:defRPr/>
            </a:lvl8pPr>
            <a:lvl9pPr lvl="8">
              <a:spcBef>
                <a:spcPts val="0"/>
              </a:spcBef>
              <a:spcAft>
                <a:spcPts val="0"/>
              </a:spcAft>
              <a:buSzPts val="1400"/>
              <a:buFont typeface="Work Sans"/>
              <a:buNone/>
              <a:defRPr/>
            </a:lvl9pPr>
          </a:lstStyle>
          <a:p/>
        </p:txBody>
      </p:sp>
      <p:sp>
        <p:nvSpPr>
          <p:cNvPr id="205" name="Google Shape;205;p25"/>
          <p:cNvSpPr txBox="1"/>
          <p:nvPr>
            <p:ph idx="4" type="body"/>
          </p:nvPr>
        </p:nvSpPr>
        <p:spPr>
          <a:xfrm>
            <a:off x="905800" y="1586250"/>
            <a:ext cx="6251700" cy="328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Work Sans"/>
              <a:buChar char="●"/>
              <a:defRPr/>
            </a:lvl1pPr>
            <a:lvl2pPr indent="-304800" lvl="1" marL="914400">
              <a:spcBef>
                <a:spcPts val="0"/>
              </a:spcBef>
              <a:spcAft>
                <a:spcPts val="0"/>
              </a:spcAft>
              <a:buSzPts val="1200"/>
              <a:buFont typeface="Work Sans"/>
              <a:buChar char="○"/>
              <a:defRPr/>
            </a:lvl2pPr>
            <a:lvl3pPr indent="-304800" lvl="2" marL="1371600">
              <a:spcBef>
                <a:spcPts val="0"/>
              </a:spcBef>
              <a:spcAft>
                <a:spcPts val="0"/>
              </a:spcAft>
              <a:buSzPts val="1200"/>
              <a:buFont typeface="Work Sans"/>
              <a:buChar char="■"/>
              <a:defRPr/>
            </a:lvl3pPr>
            <a:lvl4pPr indent="-304800" lvl="3" marL="1828800">
              <a:spcBef>
                <a:spcPts val="0"/>
              </a:spcBef>
              <a:spcAft>
                <a:spcPts val="0"/>
              </a:spcAft>
              <a:buSzPts val="1200"/>
              <a:buFont typeface="Work Sans"/>
              <a:buChar char="●"/>
              <a:defRPr/>
            </a:lvl4pPr>
            <a:lvl5pPr indent="-304800" lvl="4" marL="2286000">
              <a:spcBef>
                <a:spcPts val="0"/>
              </a:spcBef>
              <a:spcAft>
                <a:spcPts val="0"/>
              </a:spcAft>
              <a:buSzPts val="1200"/>
              <a:buFont typeface="Work Sans"/>
              <a:buChar char="○"/>
              <a:defRPr/>
            </a:lvl5pPr>
            <a:lvl6pPr indent="-304800" lvl="5" marL="2743200">
              <a:spcBef>
                <a:spcPts val="0"/>
              </a:spcBef>
              <a:spcAft>
                <a:spcPts val="0"/>
              </a:spcAft>
              <a:buSzPts val="1200"/>
              <a:buFont typeface="Work Sans"/>
              <a:buChar char="■"/>
              <a:defRPr/>
            </a:lvl6pPr>
            <a:lvl7pPr indent="-304800" lvl="6" marL="3200400">
              <a:spcBef>
                <a:spcPts val="0"/>
              </a:spcBef>
              <a:spcAft>
                <a:spcPts val="0"/>
              </a:spcAft>
              <a:buSzPts val="1200"/>
              <a:buFont typeface="Work Sans"/>
              <a:buChar char="●"/>
              <a:defRPr/>
            </a:lvl7pPr>
            <a:lvl8pPr indent="-304800" lvl="7" marL="3657600">
              <a:spcBef>
                <a:spcPts val="0"/>
              </a:spcBef>
              <a:spcAft>
                <a:spcPts val="0"/>
              </a:spcAft>
              <a:buSzPts val="1200"/>
              <a:buFont typeface="Work Sans"/>
              <a:buChar char="○"/>
              <a:defRPr/>
            </a:lvl8pPr>
            <a:lvl9pPr indent="-304800" lvl="8" marL="4114800">
              <a:spcBef>
                <a:spcPts val="0"/>
              </a:spcBef>
              <a:spcAft>
                <a:spcPts val="0"/>
              </a:spcAft>
              <a:buSzPts val="1200"/>
              <a:buFont typeface="Work Sans"/>
              <a:buChar char="■"/>
              <a:defRPr/>
            </a:lvl9pPr>
          </a:lstStyle>
          <a:p/>
        </p:txBody>
      </p:sp>
      <p:sp>
        <p:nvSpPr>
          <p:cNvPr id="206" name="Google Shape;206;p25"/>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p:cSld name="TITLE_14">
    <p:spTree>
      <p:nvGrpSpPr>
        <p:cNvPr id="207" name="Shape 207"/>
        <p:cNvGrpSpPr/>
        <p:nvPr/>
      </p:nvGrpSpPr>
      <p:grpSpPr>
        <a:xfrm>
          <a:off x="0" y="0"/>
          <a:ext cx="0" cy="0"/>
          <a:chOff x="0" y="0"/>
          <a:chExt cx="0" cy="0"/>
        </a:xfrm>
      </p:grpSpPr>
      <p:sp>
        <p:nvSpPr>
          <p:cNvPr id="208" name="Google Shape;208;p26"/>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6"/>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210" name="Google Shape;210;p26"/>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211" name="Google Shape;211;p26"/>
          <p:cNvSpPr/>
          <p:nvPr/>
        </p:nvSpPr>
        <p:spPr>
          <a:xfrm>
            <a:off x="747600" y="0"/>
            <a:ext cx="45123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SzPts val="1100"/>
              <a:buNone/>
            </a:pPr>
            <a:r>
              <a:t/>
            </a:r>
            <a:endParaRPr>
              <a:solidFill>
                <a:schemeClr val="dk1"/>
              </a:solidFill>
            </a:endParaRPr>
          </a:p>
        </p:txBody>
      </p:sp>
      <p:sp>
        <p:nvSpPr>
          <p:cNvPr id="212" name="Google Shape;212;p26"/>
          <p:cNvSpPr txBox="1"/>
          <p:nvPr>
            <p:ph type="title"/>
          </p:nvPr>
        </p:nvSpPr>
        <p:spPr>
          <a:xfrm>
            <a:off x="957900" y="3370175"/>
            <a:ext cx="4083900" cy="1171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Work Sans Medium"/>
              <a:buNone/>
              <a:defRPr>
                <a:solidFill>
                  <a:schemeClr val="lt1"/>
                </a:solidFill>
              </a:defRPr>
            </a:lvl1pPr>
            <a:lvl2pPr lvl="1">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213" name="Google Shape;213;p26"/>
          <p:cNvSpPr txBox="1"/>
          <p:nvPr>
            <p:ph idx="3" type="subTitle"/>
          </p:nvPr>
        </p:nvSpPr>
        <p:spPr>
          <a:xfrm>
            <a:off x="957900" y="2912525"/>
            <a:ext cx="2045100" cy="317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14" name="Google Shape;214;p26"/>
          <p:cNvSpPr/>
          <p:nvPr/>
        </p:nvSpPr>
        <p:spPr>
          <a:xfrm>
            <a:off x="5259900" y="50"/>
            <a:ext cx="3884100" cy="1285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6"/>
          <p:cNvSpPr/>
          <p:nvPr/>
        </p:nvSpPr>
        <p:spPr>
          <a:xfrm>
            <a:off x="5259900" y="1285925"/>
            <a:ext cx="3884100" cy="12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endParaRPr>
          </a:p>
        </p:txBody>
      </p:sp>
      <p:sp>
        <p:nvSpPr>
          <p:cNvPr id="216" name="Google Shape;216;p26"/>
          <p:cNvSpPr/>
          <p:nvPr/>
        </p:nvSpPr>
        <p:spPr>
          <a:xfrm>
            <a:off x="5259900" y="2571800"/>
            <a:ext cx="3884100" cy="1285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endParaRPr>
          </a:p>
        </p:txBody>
      </p:sp>
      <p:sp>
        <p:nvSpPr>
          <p:cNvPr id="217" name="Google Shape;217;p26"/>
          <p:cNvSpPr/>
          <p:nvPr/>
        </p:nvSpPr>
        <p:spPr>
          <a:xfrm>
            <a:off x="5263450" y="3857675"/>
            <a:ext cx="3884100" cy="1285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endParaRPr>
          </a:p>
        </p:txBody>
      </p:sp>
      <p:sp>
        <p:nvSpPr>
          <p:cNvPr id="218" name="Google Shape;218;p26"/>
          <p:cNvSpPr txBox="1"/>
          <p:nvPr>
            <p:ph idx="4" type="title"/>
          </p:nvPr>
        </p:nvSpPr>
        <p:spPr>
          <a:xfrm>
            <a:off x="5259900" y="-100"/>
            <a:ext cx="3876300" cy="1286100"/>
          </a:xfrm>
          <a:prstGeom prst="rect">
            <a:avLst/>
          </a:prstGeom>
          <a:solidFill>
            <a:schemeClr val="accent5"/>
          </a:solidFill>
        </p:spPr>
        <p:txBody>
          <a:bodyPr anchorCtr="0" anchor="t" bIns="91425" lIns="91425" spcFirstLastPara="1" rIns="91425" wrap="square" tIns="91425">
            <a:noAutofit/>
          </a:bodyPr>
          <a:lstStyle>
            <a:lvl1pPr lvl="0">
              <a:spcBef>
                <a:spcPts val="0"/>
              </a:spcBef>
              <a:spcAft>
                <a:spcPts val="0"/>
              </a:spcAft>
              <a:buSzPts val="2400"/>
              <a:buFont typeface="Work Sans Medium"/>
              <a:buNone/>
              <a:defRPr/>
            </a:lvl1pPr>
            <a:lvl2pPr lvl="1">
              <a:spcBef>
                <a:spcPts val="0"/>
              </a:spcBef>
              <a:spcAft>
                <a:spcPts val="0"/>
              </a:spcAft>
              <a:buClr>
                <a:schemeClr val="dk1"/>
              </a:buClr>
              <a:buSzPts val="2400"/>
              <a:buFont typeface="Work Sans"/>
              <a:buNone/>
              <a:defRPr sz="2400">
                <a:solidFill>
                  <a:schemeClr val="dk1"/>
                </a:solidFill>
              </a:defRPr>
            </a:lvl2pPr>
            <a:lvl3pPr lvl="2">
              <a:spcBef>
                <a:spcPts val="0"/>
              </a:spcBef>
              <a:spcAft>
                <a:spcPts val="0"/>
              </a:spcAft>
              <a:buClr>
                <a:schemeClr val="dk1"/>
              </a:buClr>
              <a:buSzPts val="2400"/>
              <a:buFont typeface="Work Sans"/>
              <a:buNone/>
              <a:defRPr sz="2400">
                <a:solidFill>
                  <a:schemeClr val="dk1"/>
                </a:solidFill>
              </a:defRPr>
            </a:lvl3pPr>
            <a:lvl4pPr lvl="3">
              <a:spcBef>
                <a:spcPts val="0"/>
              </a:spcBef>
              <a:spcAft>
                <a:spcPts val="0"/>
              </a:spcAft>
              <a:buClr>
                <a:schemeClr val="dk1"/>
              </a:buClr>
              <a:buSzPts val="2400"/>
              <a:buFont typeface="Work Sans"/>
              <a:buNone/>
              <a:defRPr sz="2400">
                <a:solidFill>
                  <a:schemeClr val="dk1"/>
                </a:solidFill>
              </a:defRPr>
            </a:lvl4pPr>
            <a:lvl5pPr lvl="4">
              <a:spcBef>
                <a:spcPts val="0"/>
              </a:spcBef>
              <a:spcAft>
                <a:spcPts val="0"/>
              </a:spcAft>
              <a:buClr>
                <a:schemeClr val="dk1"/>
              </a:buClr>
              <a:buSzPts val="2400"/>
              <a:buFont typeface="Work Sans"/>
              <a:buNone/>
              <a:defRPr sz="2400">
                <a:solidFill>
                  <a:schemeClr val="dk1"/>
                </a:solidFill>
              </a:defRPr>
            </a:lvl5pPr>
            <a:lvl6pPr lvl="5">
              <a:spcBef>
                <a:spcPts val="0"/>
              </a:spcBef>
              <a:spcAft>
                <a:spcPts val="0"/>
              </a:spcAft>
              <a:buClr>
                <a:schemeClr val="dk1"/>
              </a:buClr>
              <a:buSzPts val="2400"/>
              <a:buFont typeface="Work Sans"/>
              <a:buNone/>
              <a:defRPr sz="2400">
                <a:solidFill>
                  <a:schemeClr val="dk1"/>
                </a:solidFill>
              </a:defRPr>
            </a:lvl6pPr>
            <a:lvl7pPr lvl="6">
              <a:spcBef>
                <a:spcPts val="0"/>
              </a:spcBef>
              <a:spcAft>
                <a:spcPts val="0"/>
              </a:spcAft>
              <a:buClr>
                <a:schemeClr val="dk1"/>
              </a:buClr>
              <a:buSzPts val="2400"/>
              <a:buFont typeface="Work Sans"/>
              <a:buNone/>
              <a:defRPr sz="2400">
                <a:solidFill>
                  <a:schemeClr val="dk1"/>
                </a:solidFill>
              </a:defRPr>
            </a:lvl7pPr>
            <a:lvl8pPr lvl="7">
              <a:spcBef>
                <a:spcPts val="0"/>
              </a:spcBef>
              <a:spcAft>
                <a:spcPts val="0"/>
              </a:spcAft>
              <a:buClr>
                <a:schemeClr val="dk1"/>
              </a:buClr>
              <a:buSzPts val="2400"/>
              <a:buFont typeface="Work Sans"/>
              <a:buNone/>
              <a:defRPr sz="2400">
                <a:solidFill>
                  <a:schemeClr val="dk1"/>
                </a:solidFill>
              </a:defRPr>
            </a:lvl8pPr>
            <a:lvl9pPr lvl="8">
              <a:spcBef>
                <a:spcPts val="0"/>
              </a:spcBef>
              <a:spcAft>
                <a:spcPts val="0"/>
              </a:spcAft>
              <a:buClr>
                <a:schemeClr val="dk1"/>
              </a:buClr>
              <a:buSzPts val="2400"/>
              <a:buFont typeface="Work Sans"/>
              <a:buNone/>
              <a:defRPr sz="2400">
                <a:solidFill>
                  <a:schemeClr val="dk1"/>
                </a:solidFill>
              </a:defRPr>
            </a:lvl9pPr>
          </a:lstStyle>
          <a:p/>
        </p:txBody>
      </p:sp>
      <p:sp>
        <p:nvSpPr>
          <p:cNvPr id="219" name="Google Shape;219;p26"/>
          <p:cNvSpPr txBox="1"/>
          <p:nvPr>
            <p:ph idx="5" type="title"/>
          </p:nvPr>
        </p:nvSpPr>
        <p:spPr>
          <a:xfrm>
            <a:off x="5259850" y="1285775"/>
            <a:ext cx="3884100" cy="1286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Medium"/>
              <a:buNone/>
              <a:defRPr/>
            </a:lvl1pPr>
            <a:lvl2pPr lvl="1">
              <a:spcBef>
                <a:spcPts val="0"/>
              </a:spcBef>
              <a:spcAft>
                <a:spcPts val="0"/>
              </a:spcAft>
              <a:buClr>
                <a:schemeClr val="dk1"/>
              </a:buClr>
              <a:buSzPts val="2400"/>
              <a:buFont typeface="Work Sans"/>
              <a:buNone/>
              <a:defRPr sz="2400">
                <a:solidFill>
                  <a:schemeClr val="dk1"/>
                </a:solidFill>
              </a:defRPr>
            </a:lvl2pPr>
            <a:lvl3pPr lvl="2">
              <a:spcBef>
                <a:spcPts val="0"/>
              </a:spcBef>
              <a:spcAft>
                <a:spcPts val="0"/>
              </a:spcAft>
              <a:buClr>
                <a:schemeClr val="dk1"/>
              </a:buClr>
              <a:buSzPts val="2400"/>
              <a:buFont typeface="Work Sans"/>
              <a:buNone/>
              <a:defRPr sz="2400">
                <a:solidFill>
                  <a:schemeClr val="dk1"/>
                </a:solidFill>
              </a:defRPr>
            </a:lvl3pPr>
            <a:lvl4pPr lvl="3">
              <a:spcBef>
                <a:spcPts val="0"/>
              </a:spcBef>
              <a:spcAft>
                <a:spcPts val="0"/>
              </a:spcAft>
              <a:buClr>
                <a:schemeClr val="dk1"/>
              </a:buClr>
              <a:buSzPts val="2400"/>
              <a:buFont typeface="Work Sans"/>
              <a:buNone/>
              <a:defRPr sz="2400">
                <a:solidFill>
                  <a:schemeClr val="dk1"/>
                </a:solidFill>
              </a:defRPr>
            </a:lvl4pPr>
            <a:lvl5pPr lvl="4">
              <a:spcBef>
                <a:spcPts val="0"/>
              </a:spcBef>
              <a:spcAft>
                <a:spcPts val="0"/>
              </a:spcAft>
              <a:buClr>
                <a:schemeClr val="dk1"/>
              </a:buClr>
              <a:buSzPts val="2400"/>
              <a:buFont typeface="Work Sans"/>
              <a:buNone/>
              <a:defRPr sz="2400">
                <a:solidFill>
                  <a:schemeClr val="dk1"/>
                </a:solidFill>
              </a:defRPr>
            </a:lvl5pPr>
            <a:lvl6pPr lvl="5">
              <a:spcBef>
                <a:spcPts val="0"/>
              </a:spcBef>
              <a:spcAft>
                <a:spcPts val="0"/>
              </a:spcAft>
              <a:buClr>
                <a:schemeClr val="dk1"/>
              </a:buClr>
              <a:buSzPts val="2400"/>
              <a:buFont typeface="Work Sans"/>
              <a:buNone/>
              <a:defRPr sz="2400">
                <a:solidFill>
                  <a:schemeClr val="dk1"/>
                </a:solidFill>
              </a:defRPr>
            </a:lvl6pPr>
            <a:lvl7pPr lvl="6">
              <a:spcBef>
                <a:spcPts val="0"/>
              </a:spcBef>
              <a:spcAft>
                <a:spcPts val="0"/>
              </a:spcAft>
              <a:buClr>
                <a:schemeClr val="dk1"/>
              </a:buClr>
              <a:buSzPts val="2400"/>
              <a:buFont typeface="Work Sans"/>
              <a:buNone/>
              <a:defRPr sz="2400">
                <a:solidFill>
                  <a:schemeClr val="dk1"/>
                </a:solidFill>
              </a:defRPr>
            </a:lvl7pPr>
            <a:lvl8pPr lvl="7">
              <a:spcBef>
                <a:spcPts val="0"/>
              </a:spcBef>
              <a:spcAft>
                <a:spcPts val="0"/>
              </a:spcAft>
              <a:buClr>
                <a:schemeClr val="dk1"/>
              </a:buClr>
              <a:buSzPts val="2400"/>
              <a:buFont typeface="Work Sans"/>
              <a:buNone/>
              <a:defRPr sz="2400">
                <a:solidFill>
                  <a:schemeClr val="dk1"/>
                </a:solidFill>
              </a:defRPr>
            </a:lvl8pPr>
            <a:lvl9pPr lvl="8">
              <a:spcBef>
                <a:spcPts val="0"/>
              </a:spcBef>
              <a:spcAft>
                <a:spcPts val="0"/>
              </a:spcAft>
              <a:buClr>
                <a:schemeClr val="dk1"/>
              </a:buClr>
              <a:buSzPts val="2400"/>
              <a:buFont typeface="Work Sans"/>
              <a:buNone/>
              <a:defRPr sz="2400">
                <a:solidFill>
                  <a:schemeClr val="dk1"/>
                </a:solidFill>
              </a:defRPr>
            </a:lvl9pPr>
          </a:lstStyle>
          <a:p/>
        </p:txBody>
      </p:sp>
      <p:sp>
        <p:nvSpPr>
          <p:cNvPr id="220" name="Google Shape;220;p26"/>
          <p:cNvSpPr txBox="1"/>
          <p:nvPr>
            <p:ph idx="6" type="title"/>
          </p:nvPr>
        </p:nvSpPr>
        <p:spPr>
          <a:xfrm>
            <a:off x="5259900" y="2571800"/>
            <a:ext cx="3539100" cy="1286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Medium"/>
              <a:buNone/>
              <a:defRPr/>
            </a:lvl1pPr>
            <a:lvl2pPr lvl="1">
              <a:spcBef>
                <a:spcPts val="0"/>
              </a:spcBef>
              <a:spcAft>
                <a:spcPts val="0"/>
              </a:spcAft>
              <a:buClr>
                <a:schemeClr val="dk1"/>
              </a:buClr>
              <a:buSzPts val="2400"/>
              <a:buFont typeface="Work Sans"/>
              <a:buNone/>
              <a:defRPr sz="2400">
                <a:solidFill>
                  <a:schemeClr val="dk1"/>
                </a:solidFill>
              </a:defRPr>
            </a:lvl2pPr>
            <a:lvl3pPr lvl="2">
              <a:spcBef>
                <a:spcPts val="0"/>
              </a:spcBef>
              <a:spcAft>
                <a:spcPts val="0"/>
              </a:spcAft>
              <a:buClr>
                <a:schemeClr val="dk1"/>
              </a:buClr>
              <a:buSzPts val="2400"/>
              <a:buFont typeface="Work Sans"/>
              <a:buNone/>
              <a:defRPr sz="2400">
                <a:solidFill>
                  <a:schemeClr val="dk1"/>
                </a:solidFill>
              </a:defRPr>
            </a:lvl3pPr>
            <a:lvl4pPr lvl="3">
              <a:spcBef>
                <a:spcPts val="0"/>
              </a:spcBef>
              <a:spcAft>
                <a:spcPts val="0"/>
              </a:spcAft>
              <a:buClr>
                <a:schemeClr val="dk1"/>
              </a:buClr>
              <a:buSzPts val="2400"/>
              <a:buFont typeface="Work Sans"/>
              <a:buNone/>
              <a:defRPr sz="2400">
                <a:solidFill>
                  <a:schemeClr val="dk1"/>
                </a:solidFill>
              </a:defRPr>
            </a:lvl4pPr>
            <a:lvl5pPr lvl="4">
              <a:spcBef>
                <a:spcPts val="0"/>
              </a:spcBef>
              <a:spcAft>
                <a:spcPts val="0"/>
              </a:spcAft>
              <a:buClr>
                <a:schemeClr val="dk1"/>
              </a:buClr>
              <a:buSzPts val="2400"/>
              <a:buFont typeface="Work Sans"/>
              <a:buNone/>
              <a:defRPr sz="2400">
                <a:solidFill>
                  <a:schemeClr val="dk1"/>
                </a:solidFill>
              </a:defRPr>
            </a:lvl5pPr>
            <a:lvl6pPr lvl="5">
              <a:spcBef>
                <a:spcPts val="0"/>
              </a:spcBef>
              <a:spcAft>
                <a:spcPts val="0"/>
              </a:spcAft>
              <a:buClr>
                <a:schemeClr val="dk1"/>
              </a:buClr>
              <a:buSzPts val="2400"/>
              <a:buFont typeface="Work Sans"/>
              <a:buNone/>
              <a:defRPr sz="2400">
                <a:solidFill>
                  <a:schemeClr val="dk1"/>
                </a:solidFill>
              </a:defRPr>
            </a:lvl6pPr>
            <a:lvl7pPr lvl="6">
              <a:spcBef>
                <a:spcPts val="0"/>
              </a:spcBef>
              <a:spcAft>
                <a:spcPts val="0"/>
              </a:spcAft>
              <a:buClr>
                <a:schemeClr val="dk1"/>
              </a:buClr>
              <a:buSzPts val="2400"/>
              <a:buFont typeface="Work Sans"/>
              <a:buNone/>
              <a:defRPr sz="2400">
                <a:solidFill>
                  <a:schemeClr val="dk1"/>
                </a:solidFill>
              </a:defRPr>
            </a:lvl7pPr>
            <a:lvl8pPr lvl="7">
              <a:spcBef>
                <a:spcPts val="0"/>
              </a:spcBef>
              <a:spcAft>
                <a:spcPts val="0"/>
              </a:spcAft>
              <a:buClr>
                <a:schemeClr val="dk1"/>
              </a:buClr>
              <a:buSzPts val="2400"/>
              <a:buFont typeface="Work Sans"/>
              <a:buNone/>
              <a:defRPr sz="2400">
                <a:solidFill>
                  <a:schemeClr val="dk1"/>
                </a:solidFill>
              </a:defRPr>
            </a:lvl8pPr>
            <a:lvl9pPr lvl="8">
              <a:spcBef>
                <a:spcPts val="0"/>
              </a:spcBef>
              <a:spcAft>
                <a:spcPts val="0"/>
              </a:spcAft>
              <a:buClr>
                <a:schemeClr val="dk1"/>
              </a:buClr>
              <a:buSzPts val="2400"/>
              <a:buFont typeface="Work Sans"/>
              <a:buNone/>
              <a:defRPr sz="2400">
                <a:solidFill>
                  <a:schemeClr val="dk1"/>
                </a:solidFill>
              </a:defRPr>
            </a:lvl9pPr>
          </a:lstStyle>
          <a:p/>
        </p:txBody>
      </p:sp>
      <p:sp>
        <p:nvSpPr>
          <p:cNvPr id="221" name="Google Shape;221;p26"/>
          <p:cNvSpPr txBox="1"/>
          <p:nvPr>
            <p:ph idx="7" type="title"/>
          </p:nvPr>
        </p:nvSpPr>
        <p:spPr>
          <a:xfrm>
            <a:off x="5266966" y="3857975"/>
            <a:ext cx="3876300" cy="1286100"/>
          </a:xfrm>
          <a:prstGeom prst="rect">
            <a:avLst/>
          </a:prstGeom>
          <a:solidFill>
            <a:schemeClr val="dk2"/>
          </a:solidFill>
        </p:spPr>
        <p:txBody>
          <a:bodyPr anchorCtr="0" anchor="t" bIns="91425" lIns="91425" spcFirstLastPara="1" rIns="91425" wrap="square" tIns="91425">
            <a:noAutofit/>
          </a:bodyPr>
          <a:lstStyle>
            <a:lvl1pPr lvl="0">
              <a:spcBef>
                <a:spcPts val="0"/>
              </a:spcBef>
              <a:spcAft>
                <a:spcPts val="0"/>
              </a:spcAft>
              <a:buSzPts val="2400"/>
              <a:buFont typeface="Work Sans Medium"/>
              <a:buNone/>
              <a:defRPr/>
            </a:lvl1pPr>
            <a:lvl2pPr lvl="1">
              <a:spcBef>
                <a:spcPts val="0"/>
              </a:spcBef>
              <a:spcAft>
                <a:spcPts val="0"/>
              </a:spcAft>
              <a:buClr>
                <a:schemeClr val="dk1"/>
              </a:buClr>
              <a:buSzPts val="2400"/>
              <a:buFont typeface="Work Sans"/>
              <a:buNone/>
              <a:defRPr sz="2400">
                <a:solidFill>
                  <a:schemeClr val="dk1"/>
                </a:solidFill>
              </a:defRPr>
            </a:lvl2pPr>
            <a:lvl3pPr lvl="2">
              <a:spcBef>
                <a:spcPts val="0"/>
              </a:spcBef>
              <a:spcAft>
                <a:spcPts val="0"/>
              </a:spcAft>
              <a:buClr>
                <a:schemeClr val="dk1"/>
              </a:buClr>
              <a:buSzPts val="2400"/>
              <a:buFont typeface="Work Sans"/>
              <a:buNone/>
              <a:defRPr sz="2400">
                <a:solidFill>
                  <a:schemeClr val="dk1"/>
                </a:solidFill>
              </a:defRPr>
            </a:lvl3pPr>
            <a:lvl4pPr lvl="3">
              <a:spcBef>
                <a:spcPts val="0"/>
              </a:spcBef>
              <a:spcAft>
                <a:spcPts val="0"/>
              </a:spcAft>
              <a:buClr>
                <a:schemeClr val="dk1"/>
              </a:buClr>
              <a:buSzPts val="2400"/>
              <a:buFont typeface="Work Sans"/>
              <a:buNone/>
              <a:defRPr sz="2400">
                <a:solidFill>
                  <a:schemeClr val="dk1"/>
                </a:solidFill>
              </a:defRPr>
            </a:lvl4pPr>
            <a:lvl5pPr lvl="4">
              <a:spcBef>
                <a:spcPts val="0"/>
              </a:spcBef>
              <a:spcAft>
                <a:spcPts val="0"/>
              </a:spcAft>
              <a:buClr>
                <a:schemeClr val="dk1"/>
              </a:buClr>
              <a:buSzPts val="2400"/>
              <a:buFont typeface="Work Sans"/>
              <a:buNone/>
              <a:defRPr sz="2400">
                <a:solidFill>
                  <a:schemeClr val="dk1"/>
                </a:solidFill>
              </a:defRPr>
            </a:lvl5pPr>
            <a:lvl6pPr lvl="5">
              <a:spcBef>
                <a:spcPts val="0"/>
              </a:spcBef>
              <a:spcAft>
                <a:spcPts val="0"/>
              </a:spcAft>
              <a:buClr>
                <a:schemeClr val="dk1"/>
              </a:buClr>
              <a:buSzPts val="2400"/>
              <a:buFont typeface="Work Sans"/>
              <a:buNone/>
              <a:defRPr sz="2400">
                <a:solidFill>
                  <a:schemeClr val="dk1"/>
                </a:solidFill>
              </a:defRPr>
            </a:lvl6pPr>
            <a:lvl7pPr lvl="6">
              <a:spcBef>
                <a:spcPts val="0"/>
              </a:spcBef>
              <a:spcAft>
                <a:spcPts val="0"/>
              </a:spcAft>
              <a:buClr>
                <a:schemeClr val="dk1"/>
              </a:buClr>
              <a:buSzPts val="2400"/>
              <a:buFont typeface="Work Sans"/>
              <a:buNone/>
              <a:defRPr sz="2400">
                <a:solidFill>
                  <a:schemeClr val="dk1"/>
                </a:solidFill>
              </a:defRPr>
            </a:lvl7pPr>
            <a:lvl8pPr lvl="7">
              <a:spcBef>
                <a:spcPts val="0"/>
              </a:spcBef>
              <a:spcAft>
                <a:spcPts val="0"/>
              </a:spcAft>
              <a:buClr>
                <a:schemeClr val="dk1"/>
              </a:buClr>
              <a:buSzPts val="2400"/>
              <a:buFont typeface="Work Sans"/>
              <a:buNone/>
              <a:defRPr sz="2400">
                <a:solidFill>
                  <a:schemeClr val="dk1"/>
                </a:solidFill>
              </a:defRPr>
            </a:lvl8pPr>
            <a:lvl9pPr lvl="8">
              <a:spcBef>
                <a:spcPts val="0"/>
              </a:spcBef>
              <a:spcAft>
                <a:spcPts val="0"/>
              </a:spcAft>
              <a:buClr>
                <a:schemeClr val="dk1"/>
              </a:buClr>
              <a:buSzPts val="2400"/>
              <a:buFont typeface="Work Sans"/>
              <a:buNone/>
              <a:defRPr sz="2400">
                <a:solidFill>
                  <a:schemeClr val="dk1"/>
                </a:solidFill>
              </a:defRPr>
            </a:lvl9pPr>
          </a:lstStyle>
          <a:p/>
        </p:txBody>
      </p:sp>
      <p:sp>
        <p:nvSpPr>
          <p:cNvPr id="222" name="Google Shape;222;p26"/>
          <p:cNvSpPr txBox="1"/>
          <p:nvPr>
            <p:ph idx="8" type="body"/>
          </p:nvPr>
        </p:nvSpPr>
        <p:spPr>
          <a:xfrm>
            <a:off x="5263450" y="683550"/>
            <a:ext cx="3884100" cy="602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Font typeface="Work Sans"/>
              <a:buChar char="●"/>
              <a:defRPr sz="800"/>
            </a:lvl1pPr>
            <a:lvl2pPr indent="-279400" lvl="1" marL="914400">
              <a:spcBef>
                <a:spcPts val="0"/>
              </a:spcBef>
              <a:spcAft>
                <a:spcPts val="0"/>
              </a:spcAft>
              <a:buSzPts val="800"/>
              <a:buFont typeface="Work Sans"/>
              <a:buChar char="○"/>
              <a:defRPr sz="800"/>
            </a:lvl2pPr>
            <a:lvl3pPr indent="-279400" lvl="2" marL="1371600">
              <a:spcBef>
                <a:spcPts val="0"/>
              </a:spcBef>
              <a:spcAft>
                <a:spcPts val="0"/>
              </a:spcAft>
              <a:buSzPts val="800"/>
              <a:buFont typeface="Work Sans"/>
              <a:buChar char="■"/>
              <a:defRPr sz="800"/>
            </a:lvl3pPr>
            <a:lvl4pPr indent="-279400" lvl="3" marL="1828800">
              <a:spcBef>
                <a:spcPts val="0"/>
              </a:spcBef>
              <a:spcAft>
                <a:spcPts val="0"/>
              </a:spcAft>
              <a:buSzPts val="800"/>
              <a:buFont typeface="Work Sans"/>
              <a:buChar char="●"/>
              <a:defRPr sz="800"/>
            </a:lvl4pPr>
            <a:lvl5pPr indent="-279400" lvl="4" marL="2286000">
              <a:spcBef>
                <a:spcPts val="0"/>
              </a:spcBef>
              <a:spcAft>
                <a:spcPts val="0"/>
              </a:spcAft>
              <a:buSzPts val="800"/>
              <a:buFont typeface="Work Sans"/>
              <a:buChar char="○"/>
              <a:defRPr sz="800"/>
            </a:lvl5pPr>
            <a:lvl6pPr indent="-279400" lvl="5" marL="2743200">
              <a:spcBef>
                <a:spcPts val="0"/>
              </a:spcBef>
              <a:spcAft>
                <a:spcPts val="0"/>
              </a:spcAft>
              <a:buSzPts val="800"/>
              <a:buFont typeface="Work Sans"/>
              <a:buChar char="■"/>
              <a:defRPr sz="800"/>
            </a:lvl6pPr>
            <a:lvl7pPr indent="-279400" lvl="6" marL="3200400">
              <a:spcBef>
                <a:spcPts val="0"/>
              </a:spcBef>
              <a:spcAft>
                <a:spcPts val="0"/>
              </a:spcAft>
              <a:buSzPts val="800"/>
              <a:buFont typeface="Work Sans"/>
              <a:buChar char="●"/>
              <a:defRPr sz="800"/>
            </a:lvl7pPr>
            <a:lvl8pPr indent="-279400" lvl="7" marL="3657600">
              <a:spcBef>
                <a:spcPts val="0"/>
              </a:spcBef>
              <a:spcAft>
                <a:spcPts val="0"/>
              </a:spcAft>
              <a:buSzPts val="800"/>
              <a:buFont typeface="Work Sans"/>
              <a:buChar char="○"/>
              <a:defRPr sz="800"/>
            </a:lvl8pPr>
            <a:lvl9pPr indent="-279400" lvl="8" marL="4114800">
              <a:spcBef>
                <a:spcPts val="0"/>
              </a:spcBef>
              <a:spcAft>
                <a:spcPts val="0"/>
              </a:spcAft>
              <a:buSzPts val="800"/>
              <a:buFont typeface="Work Sans"/>
              <a:buChar char="■"/>
              <a:defRPr sz="800"/>
            </a:lvl9pPr>
          </a:lstStyle>
          <a:p/>
        </p:txBody>
      </p:sp>
      <p:sp>
        <p:nvSpPr>
          <p:cNvPr id="223" name="Google Shape;223;p26"/>
          <p:cNvSpPr txBox="1"/>
          <p:nvPr>
            <p:ph idx="9" type="body"/>
          </p:nvPr>
        </p:nvSpPr>
        <p:spPr>
          <a:xfrm>
            <a:off x="5263800" y="1969325"/>
            <a:ext cx="3884100" cy="602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Font typeface="Work Sans"/>
              <a:buChar char="●"/>
              <a:defRPr sz="800"/>
            </a:lvl1pPr>
            <a:lvl2pPr indent="-279400" lvl="1" marL="914400">
              <a:spcBef>
                <a:spcPts val="0"/>
              </a:spcBef>
              <a:spcAft>
                <a:spcPts val="0"/>
              </a:spcAft>
              <a:buSzPts val="800"/>
              <a:buFont typeface="Work Sans"/>
              <a:buChar char="○"/>
              <a:defRPr sz="800"/>
            </a:lvl2pPr>
            <a:lvl3pPr indent="-279400" lvl="2" marL="1371600">
              <a:spcBef>
                <a:spcPts val="0"/>
              </a:spcBef>
              <a:spcAft>
                <a:spcPts val="0"/>
              </a:spcAft>
              <a:buSzPts val="800"/>
              <a:buFont typeface="Work Sans"/>
              <a:buChar char="■"/>
              <a:defRPr sz="800"/>
            </a:lvl3pPr>
            <a:lvl4pPr indent="-279400" lvl="3" marL="1828800">
              <a:spcBef>
                <a:spcPts val="0"/>
              </a:spcBef>
              <a:spcAft>
                <a:spcPts val="0"/>
              </a:spcAft>
              <a:buSzPts val="800"/>
              <a:buFont typeface="Work Sans"/>
              <a:buChar char="●"/>
              <a:defRPr sz="800"/>
            </a:lvl4pPr>
            <a:lvl5pPr indent="-279400" lvl="4" marL="2286000">
              <a:spcBef>
                <a:spcPts val="0"/>
              </a:spcBef>
              <a:spcAft>
                <a:spcPts val="0"/>
              </a:spcAft>
              <a:buSzPts val="800"/>
              <a:buFont typeface="Work Sans"/>
              <a:buChar char="○"/>
              <a:defRPr sz="800"/>
            </a:lvl5pPr>
            <a:lvl6pPr indent="-279400" lvl="5" marL="2743200">
              <a:spcBef>
                <a:spcPts val="0"/>
              </a:spcBef>
              <a:spcAft>
                <a:spcPts val="0"/>
              </a:spcAft>
              <a:buSzPts val="800"/>
              <a:buFont typeface="Work Sans"/>
              <a:buChar char="■"/>
              <a:defRPr sz="800"/>
            </a:lvl6pPr>
            <a:lvl7pPr indent="-279400" lvl="6" marL="3200400">
              <a:spcBef>
                <a:spcPts val="0"/>
              </a:spcBef>
              <a:spcAft>
                <a:spcPts val="0"/>
              </a:spcAft>
              <a:buSzPts val="800"/>
              <a:buFont typeface="Work Sans"/>
              <a:buChar char="●"/>
              <a:defRPr sz="800"/>
            </a:lvl7pPr>
            <a:lvl8pPr indent="-279400" lvl="7" marL="3657600">
              <a:spcBef>
                <a:spcPts val="0"/>
              </a:spcBef>
              <a:spcAft>
                <a:spcPts val="0"/>
              </a:spcAft>
              <a:buSzPts val="800"/>
              <a:buFont typeface="Work Sans"/>
              <a:buChar char="○"/>
              <a:defRPr sz="800"/>
            </a:lvl8pPr>
            <a:lvl9pPr indent="-279400" lvl="8" marL="4114800">
              <a:spcBef>
                <a:spcPts val="0"/>
              </a:spcBef>
              <a:spcAft>
                <a:spcPts val="0"/>
              </a:spcAft>
              <a:buSzPts val="800"/>
              <a:buFont typeface="Work Sans"/>
              <a:buChar char="■"/>
              <a:defRPr sz="800"/>
            </a:lvl9pPr>
          </a:lstStyle>
          <a:p/>
        </p:txBody>
      </p:sp>
      <p:sp>
        <p:nvSpPr>
          <p:cNvPr id="224" name="Google Shape;224;p26"/>
          <p:cNvSpPr txBox="1"/>
          <p:nvPr>
            <p:ph idx="13" type="body"/>
          </p:nvPr>
        </p:nvSpPr>
        <p:spPr>
          <a:xfrm>
            <a:off x="5256000" y="3229925"/>
            <a:ext cx="3884100" cy="602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Font typeface="Work Sans"/>
              <a:buChar char="●"/>
              <a:defRPr sz="800"/>
            </a:lvl1pPr>
            <a:lvl2pPr indent="-279400" lvl="1" marL="914400">
              <a:spcBef>
                <a:spcPts val="0"/>
              </a:spcBef>
              <a:spcAft>
                <a:spcPts val="0"/>
              </a:spcAft>
              <a:buSzPts val="800"/>
              <a:buFont typeface="Work Sans"/>
              <a:buChar char="○"/>
              <a:defRPr sz="800"/>
            </a:lvl2pPr>
            <a:lvl3pPr indent="-279400" lvl="2" marL="1371600">
              <a:spcBef>
                <a:spcPts val="0"/>
              </a:spcBef>
              <a:spcAft>
                <a:spcPts val="0"/>
              </a:spcAft>
              <a:buSzPts val="800"/>
              <a:buFont typeface="Work Sans"/>
              <a:buChar char="■"/>
              <a:defRPr sz="800"/>
            </a:lvl3pPr>
            <a:lvl4pPr indent="-279400" lvl="3" marL="1828800">
              <a:spcBef>
                <a:spcPts val="0"/>
              </a:spcBef>
              <a:spcAft>
                <a:spcPts val="0"/>
              </a:spcAft>
              <a:buSzPts val="800"/>
              <a:buFont typeface="Work Sans"/>
              <a:buChar char="●"/>
              <a:defRPr sz="800"/>
            </a:lvl4pPr>
            <a:lvl5pPr indent="-279400" lvl="4" marL="2286000">
              <a:spcBef>
                <a:spcPts val="0"/>
              </a:spcBef>
              <a:spcAft>
                <a:spcPts val="0"/>
              </a:spcAft>
              <a:buSzPts val="800"/>
              <a:buFont typeface="Work Sans"/>
              <a:buChar char="○"/>
              <a:defRPr sz="800"/>
            </a:lvl5pPr>
            <a:lvl6pPr indent="-279400" lvl="5" marL="2743200">
              <a:spcBef>
                <a:spcPts val="0"/>
              </a:spcBef>
              <a:spcAft>
                <a:spcPts val="0"/>
              </a:spcAft>
              <a:buSzPts val="800"/>
              <a:buFont typeface="Work Sans"/>
              <a:buChar char="■"/>
              <a:defRPr sz="800"/>
            </a:lvl6pPr>
            <a:lvl7pPr indent="-279400" lvl="6" marL="3200400">
              <a:spcBef>
                <a:spcPts val="0"/>
              </a:spcBef>
              <a:spcAft>
                <a:spcPts val="0"/>
              </a:spcAft>
              <a:buSzPts val="800"/>
              <a:buFont typeface="Work Sans"/>
              <a:buChar char="●"/>
              <a:defRPr sz="800"/>
            </a:lvl7pPr>
            <a:lvl8pPr indent="-279400" lvl="7" marL="3657600">
              <a:spcBef>
                <a:spcPts val="0"/>
              </a:spcBef>
              <a:spcAft>
                <a:spcPts val="0"/>
              </a:spcAft>
              <a:buSzPts val="800"/>
              <a:buFont typeface="Work Sans"/>
              <a:buChar char="○"/>
              <a:defRPr sz="800"/>
            </a:lvl8pPr>
            <a:lvl9pPr indent="-279400" lvl="8" marL="4114800">
              <a:spcBef>
                <a:spcPts val="0"/>
              </a:spcBef>
              <a:spcAft>
                <a:spcPts val="0"/>
              </a:spcAft>
              <a:buSzPts val="800"/>
              <a:buFont typeface="Work Sans"/>
              <a:buChar char="■"/>
              <a:defRPr sz="800"/>
            </a:lvl9pPr>
          </a:lstStyle>
          <a:p/>
        </p:txBody>
      </p:sp>
      <p:sp>
        <p:nvSpPr>
          <p:cNvPr id="225" name="Google Shape;225;p26"/>
          <p:cNvSpPr txBox="1"/>
          <p:nvPr>
            <p:ph idx="14" type="body"/>
          </p:nvPr>
        </p:nvSpPr>
        <p:spPr>
          <a:xfrm>
            <a:off x="5263450" y="4541675"/>
            <a:ext cx="3884100" cy="602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Font typeface="Work Sans"/>
              <a:buChar char="●"/>
              <a:defRPr sz="800"/>
            </a:lvl1pPr>
            <a:lvl2pPr indent="-279400" lvl="1" marL="914400">
              <a:spcBef>
                <a:spcPts val="0"/>
              </a:spcBef>
              <a:spcAft>
                <a:spcPts val="0"/>
              </a:spcAft>
              <a:buSzPts val="800"/>
              <a:buFont typeface="Work Sans"/>
              <a:buChar char="○"/>
              <a:defRPr sz="800"/>
            </a:lvl2pPr>
            <a:lvl3pPr indent="-279400" lvl="2" marL="1371600">
              <a:spcBef>
                <a:spcPts val="0"/>
              </a:spcBef>
              <a:spcAft>
                <a:spcPts val="0"/>
              </a:spcAft>
              <a:buSzPts val="800"/>
              <a:buFont typeface="Work Sans"/>
              <a:buChar char="■"/>
              <a:defRPr sz="800"/>
            </a:lvl3pPr>
            <a:lvl4pPr indent="-279400" lvl="3" marL="1828800">
              <a:spcBef>
                <a:spcPts val="0"/>
              </a:spcBef>
              <a:spcAft>
                <a:spcPts val="0"/>
              </a:spcAft>
              <a:buSzPts val="800"/>
              <a:buFont typeface="Work Sans"/>
              <a:buChar char="●"/>
              <a:defRPr sz="800"/>
            </a:lvl4pPr>
            <a:lvl5pPr indent="-279400" lvl="4" marL="2286000">
              <a:spcBef>
                <a:spcPts val="0"/>
              </a:spcBef>
              <a:spcAft>
                <a:spcPts val="0"/>
              </a:spcAft>
              <a:buSzPts val="800"/>
              <a:buFont typeface="Work Sans"/>
              <a:buChar char="○"/>
              <a:defRPr sz="800"/>
            </a:lvl5pPr>
            <a:lvl6pPr indent="-279400" lvl="5" marL="2743200">
              <a:spcBef>
                <a:spcPts val="0"/>
              </a:spcBef>
              <a:spcAft>
                <a:spcPts val="0"/>
              </a:spcAft>
              <a:buSzPts val="800"/>
              <a:buFont typeface="Work Sans"/>
              <a:buChar char="■"/>
              <a:defRPr sz="800"/>
            </a:lvl6pPr>
            <a:lvl7pPr indent="-279400" lvl="6" marL="3200400">
              <a:spcBef>
                <a:spcPts val="0"/>
              </a:spcBef>
              <a:spcAft>
                <a:spcPts val="0"/>
              </a:spcAft>
              <a:buSzPts val="800"/>
              <a:buFont typeface="Work Sans"/>
              <a:buChar char="●"/>
              <a:defRPr sz="800"/>
            </a:lvl7pPr>
            <a:lvl8pPr indent="-279400" lvl="7" marL="3657600">
              <a:spcBef>
                <a:spcPts val="0"/>
              </a:spcBef>
              <a:spcAft>
                <a:spcPts val="0"/>
              </a:spcAft>
              <a:buSzPts val="800"/>
              <a:buFont typeface="Work Sans"/>
              <a:buChar char="○"/>
              <a:defRPr sz="800"/>
            </a:lvl8pPr>
            <a:lvl9pPr indent="-279400" lvl="8" marL="4114800">
              <a:spcBef>
                <a:spcPts val="0"/>
              </a:spcBef>
              <a:spcAft>
                <a:spcPts val="0"/>
              </a:spcAft>
              <a:buSzPts val="800"/>
              <a:buFont typeface="Work Sans"/>
              <a:buChar char="■"/>
              <a:defRPr sz="800"/>
            </a:lvl9pPr>
          </a:lstStyle>
          <a:p/>
        </p:txBody>
      </p:sp>
      <p:sp>
        <p:nvSpPr>
          <p:cNvPr id="226" name="Google Shape;226;p26"/>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p:cSld name="TITLE_19">
    <p:spTree>
      <p:nvGrpSpPr>
        <p:cNvPr id="227" name="Shape 227"/>
        <p:cNvGrpSpPr/>
        <p:nvPr/>
      </p:nvGrpSpPr>
      <p:grpSpPr>
        <a:xfrm>
          <a:off x="0" y="0"/>
          <a:ext cx="0" cy="0"/>
          <a:chOff x="0" y="0"/>
          <a:chExt cx="0" cy="0"/>
        </a:xfrm>
      </p:grpSpPr>
      <p:sp>
        <p:nvSpPr>
          <p:cNvPr id="228" name="Google Shape;228;p27"/>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7"/>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230" name="Google Shape;230;p27"/>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231" name="Google Shape;231;p27"/>
          <p:cNvSpPr/>
          <p:nvPr/>
        </p:nvSpPr>
        <p:spPr>
          <a:xfrm>
            <a:off x="1983450" y="1918800"/>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27"/>
          <p:cNvSpPr/>
          <p:nvPr/>
        </p:nvSpPr>
        <p:spPr>
          <a:xfrm>
            <a:off x="1983450" y="2563138"/>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27"/>
          <p:cNvSpPr/>
          <p:nvPr/>
        </p:nvSpPr>
        <p:spPr>
          <a:xfrm>
            <a:off x="1983450" y="3207550"/>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7"/>
          <p:cNvSpPr/>
          <p:nvPr/>
        </p:nvSpPr>
        <p:spPr>
          <a:xfrm>
            <a:off x="1983450" y="3851888"/>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27"/>
          <p:cNvSpPr/>
          <p:nvPr/>
        </p:nvSpPr>
        <p:spPr>
          <a:xfrm>
            <a:off x="1983450" y="4496300"/>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6" name="Google Shape;236;p27"/>
          <p:cNvCxnSpPr/>
          <p:nvPr/>
        </p:nvCxnSpPr>
        <p:spPr>
          <a:xfrm>
            <a:off x="743700" y="2563200"/>
            <a:ext cx="8400300" cy="0"/>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27"/>
          <p:cNvCxnSpPr/>
          <p:nvPr/>
        </p:nvCxnSpPr>
        <p:spPr>
          <a:xfrm>
            <a:off x="743700" y="3207550"/>
            <a:ext cx="8400300" cy="0"/>
          </a:xfrm>
          <a:prstGeom prst="straightConnector1">
            <a:avLst/>
          </a:prstGeom>
          <a:noFill/>
          <a:ln cap="flat" cmpd="sng" w="9525">
            <a:solidFill>
              <a:schemeClr val="dk1"/>
            </a:solidFill>
            <a:prstDash val="solid"/>
            <a:round/>
            <a:headEnd len="med" w="med" type="none"/>
            <a:tailEnd len="med" w="med" type="none"/>
          </a:ln>
        </p:spPr>
      </p:cxnSp>
      <p:cxnSp>
        <p:nvCxnSpPr>
          <p:cNvPr id="238" name="Google Shape;238;p27"/>
          <p:cNvCxnSpPr/>
          <p:nvPr/>
        </p:nvCxnSpPr>
        <p:spPr>
          <a:xfrm>
            <a:off x="743700" y="3851950"/>
            <a:ext cx="8400300" cy="0"/>
          </a:xfrm>
          <a:prstGeom prst="straightConnector1">
            <a:avLst/>
          </a:prstGeom>
          <a:noFill/>
          <a:ln cap="flat" cmpd="sng" w="9525">
            <a:solidFill>
              <a:schemeClr val="dk1"/>
            </a:solidFill>
            <a:prstDash val="solid"/>
            <a:round/>
            <a:headEnd len="med" w="med" type="none"/>
            <a:tailEnd len="med" w="med" type="none"/>
          </a:ln>
        </p:spPr>
      </p:cxnSp>
      <p:cxnSp>
        <p:nvCxnSpPr>
          <p:cNvPr id="239" name="Google Shape;239;p27"/>
          <p:cNvCxnSpPr/>
          <p:nvPr/>
        </p:nvCxnSpPr>
        <p:spPr>
          <a:xfrm>
            <a:off x="743700" y="4490500"/>
            <a:ext cx="8400300" cy="0"/>
          </a:xfrm>
          <a:prstGeom prst="straightConnector1">
            <a:avLst/>
          </a:prstGeom>
          <a:noFill/>
          <a:ln cap="flat" cmpd="sng" w="9525">
            <a:solidFill>
              <a:schemeClr val="dk1"/>
            </a:solidFill>
            <a:prstDash val="solid"/>
            <a:round/>
            <a:headEnd len="med" w="med" type="none"/>
            <a:tailEnd len="med" w="med" type="none"/>
          </a:ln>
        </p:spPr>
      </p:cxnSp>
      <p:sp>
        <p:nvSpPr>
          <p:cNvPr id="240" name="Google Shape;240;p27"/>
          <p:cNvSpPr txBox="1"/>
          <p:nvPr>
            <p:ph idx="3" type="subTitle"/>
          </p:nvPr>
        </p:nvSpPr>
        <p:spPr>
          <a:xfrm>
            <a:off x="2290275" y="191875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241" name="Google Shape;241;p27"/>
          <p:cNvSpPr txBox="1"/>
          <p:nvPr>
            <p:ph idx="4" type="subTitle"/>
          </p:nvPr>
        </p:nvSpPr>
        <p:spPr>
          <a:xfrm>
            <a:off x="2290275" y="256320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242" name="Google Shape;242;p27"/>
          <p:cNvSpPr txBox="1"/>
          <p:nvPr>
            <p:ph idx="5" type="subTitle"/>
          </p:nvPr>
        </p:nvSpPr>
        <p:spPr>
          <a:xfrm>
            <a:off x="2290275" y="320755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243" name="Google Shape;243;p27"/>
          <p:cNvSpPr txBox="1"/>
          <p:nvPr>
            <p:ph idx="6" type="subTitle"/>
          </p:nvPr>
        </p:nvSpPr>
        <p:spPr>
          <a:xfrm>
            <a:off x="2290275" y="385195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244" name="Google Shape;244;p27"/>
          <p:cNvSpPr txBox="1"/>
          <p:nvPr>
            <p:ph idx="7" type="subTitle"/>
          </p:nvPr>
        </p:nvSpPr>
        <p:spPr>
          <a:xfrm>
            <a:off x="2290275" y="449050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245" name="Google Shape;245;p27"/>
          <p:cNvSpPr txBox="1"/>
          <p:nvPr>
            <p:ph idx="8" type="subTitle"/>
          </p:nvPr>
        </p:nvSpPr>
        <p:spPr>
          <a:xfrm>
            <a:off x="7975750" y="1924600"/>
            <a:ext cx="11904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246" name="Google Shape;246;p27"/>
          <p:cNvSpPr txBox="1"/>
          <p:nvPr>
            <p:ph idx="9" type="subTitle"/>
          </p:nvPr>
        </p:nvSpPr>
        <p:spPr>
          <a:xfrm>
            <a:off x="7978093" y="2563100"/>
            <a:ext cx="11904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247" name="Google Shape;247;p27"/>
          <p:cNvSpPr txBox="1"/>
          <p:nvPr>
            <p:ph idx="13" type="subTitle"/>
          </p:nvPr>
        </p:nvSpPr>
        <p:spPr>
          <a:xfrm>
            <a:off x="7975750" y="3204650"/>
            <a:ext cx="11904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248" name="Google Shape;248;p27"/>
          <p:cNvSpPr txBox="1"/>
          <p:nvPr>
            <p:ph idx="14" type="subTitle"/>
          </p:nvPr>
        </p:nvSpPr>
        <p:spPr>
          <a:xfrm>
            <a:off x="7975750" y="3851900"/>
            <a:ext cx="11904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249" name="Google Shape;249;p27"/>
          <p:cNvSpPr txBox="1"/>
          <p:nvPr>
            <p:ph idx="15" type="subTitle"/>
          </p:nvPr>
        </p:nvSpPr>
        <p:spPr>
          <a:xfrm>
            <a:off x="7975750" y="4499150"/>
            <a:ext cx="11904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250" name="Google Shape;250;p27"/>
          <p:cNvSpPr txBox="1"/>
          <p:nvPr>
            <p:ph idx="16" type="subTitle"/>
          </p:nvPr>
        </p:nvSpPr>
        <p:spPr>
          <a:xfrm>
            <a:off x="747600" y="191877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251" name="Google Shape;251;p27"/>
          <p:cNvSpPr txBox="1"/>
          <p:nvPr>
            <p:ph idx="17" type="subTitle"/>
          </p:nvPr>
        </p:nvSpPr>
        <p:spPr>
          <a:xfrm>
            <a:off x="747600" y="256322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252" name="Google Shape;252;p27"/>
          <p:cNvSpPr txBox="1"/>
          <p:nvPr>
            <p:ph idx="18" type="subTitle"/>
          </p:nvPr>
        </p:nvSpPr>
        <p:spPr>
          <a:xfrm>
            <a:off x="747600" y="320757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253" name="Google Shape;253;p27"/>
          <p:cNvSpPr txBox="1"/>
          <p:nvPr>
            <p:ph idx="19" type="subTitle"/>
          </p:nvPr>
        </p:nvSpPr>
        <p:spPr>
          <a:xfrm>
            <a:off x="747600" y="385197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254" name="Google Shape;254;p27"/>
          <p:cNvSpPr txBox="1"/>
          <p:nvPr>
            <p:ph idx="20" type="subTitle"/>
          </p:nvPr>
        </p:nvSpPr>
        <p:spPr>
          <a:xfrm>
            <a:off x="747600" y="449052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cxnSp>
        <p:nvCxnSpPr>
          <p:cNvPr id="255" name="Google Shape;255;p27"/>
          <p:cNvCxnSpPr/>
          <p:nvPr/>
        </p:nvCxnSpPr>
        <p:spPr>
          <a:xfrm>
            <a:off x="743700" y="5134900"/>
            <a:ext cx="8400300" cy="0"/>
          </a:xfrm>
          <a:prstGeom prst="straightConnector1">
            <a:avLst/>
          </a:prstGeom>
          <a:noFill/>
          <a:ln cap="flat" cmpd="sng" w="9525">
            <a:solidFill>
              <a:schemeClr val="dk1"/>
            </a:solidFill>
            <a:prstDash val="solid"/>
            <a:round/>
            <a:headEnd len="med" w="med" type="none"/>
            <a:tailEnd len="med" w="med" type="none"/>
          </a:ln>
        </p:spPr>
      </p:cxnSp>
      <p:sp>
        <p:nvSpPr>
          <p:cNvPr id="256" name="Google Shape;256;p27"/>
          <p:cNvSpPr txBox="1"/>
          <p:nvPr>
            <p:ph type="title"/>
          </p:nvPr>
        </p:nvSpPr>
        <p:spPr>
          <a:xfrm>
            <a:off x="938600" y="50"/>
            <a:ext cx="5001900" cy="191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Font typeface="Work Sans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57" name="Google Shape;257;p27"/>
          <p:cNvCxnSpPr/>
          <p:nvPr/>
        </p:nvCxnSpPr>
        <p:spPr>
          <a:xfrm>
            <a:off x="743700" y="1919475"/>
            <a:ext cx="8400300" cy="0"/>
          </a:xfrm>
          <a:prstGeom prst="straightConnector1">
            <a:avLst/>
          </a:prstGeom>
          <a:noFill/>
          <a:ln cap="flat" cmpd="sng" w="9525">
            <a:solidFill>
              <a:schemeClr val="dk1"/>
            </a:solidFill>
            <a:prstDash val="solid"/>
            <a:round/>
            <a:headEnd len="med" w="med" type="none"/>
            <a:tailEnd len="med" w="med" type="none"/>
          </a:ln>
        </p:spPr>
      </p:cxnSp>
      <p:sp>
        <p:nvSpPr>
          <p:cNvPr id="258" name="Google Shape;258;p27"/>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pecific Priorities">
  <p:cSld name="CUSTOM_1">
    <p:bg>
      <p:bgPr>
        <a:solidFill>
          <a:schemeClr val="lt1"/>
        </a:solidFill>
      </p:bgPr>
    </p:bg>
    <p:spTree>
      <p:nvGrpSpPr>
        <p:cNvPr id="259" name="Shape 259"/>
        <p:cNvGrpSpPr/>
        <p:nvPr/>
      </p:nvGrpSpPr>
      <p:grpSpPr>
        <a:xfrm>
          <a:off x="0" y="0"/>
          <a:ext cx="0" cy="0"/>
          <a:chOff x="0" y="0"/>
          <a:chExt cx="0" cy="0"/>
        </a:xfrm>
      </p:grpSpPr>
      <p:sp>
        <p:nvSpPr>
          <p:cNvPr id="260" name="Google Shape;260;p28"/>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8"/>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262" name="Google Shape;262;p28"/>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263" name="Google Shape;263;p28"/>
          <p:cNvSpPr/>
          <p:nvPr/>
        </p:nvSpPr>
        <p:spPr>
          <a:xfrm>
            <a:off x="743700" y="3017138"/>
            <a:ext cx="4202700" cy="2126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8"/>
          <p:cNvSpPr/>
          <p:nvPr/>
        </p:nvSpPr>
        <p:spPr>
          <a:xfrm>
            <a:off x="4941425" y="3017138"/>
            <a:ext cx="4202700" cy="2126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28"/>
          <p:cNvSpPr/>
          <p:nvPr/>
        </p:nvSpPr>
        <p:spPr>
          <a:xfrm>
            <a:off x="743700" y="890725"/>
            <a:ext cx="4202700" cy="212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28"/>
          <p:cNvSpPr/>
          <p:nvPr/>
        </p:nvSpPr>
        <p:spPr>
          <a:xfrm>
            <a:off x="4941425" y="890725"/>
            <a:ext cx="4202700" cy="2126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7" name="Google Shape;267;p28"/>
          <p:cNvSpPr txBox="1"/>
          <p:nvPr>
            <p:ph type="title"/>
          </p:nvPr>
        </p:nvSpPr>
        <p:spPr>
          <a:xfrm>
            <a:off x="5061113" y="995275"/>
            <a:ext cx="3876300" cy="1286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400"/>
              <a:buFont typeface="Work Sans Medium"/>
              <a:buNone/>
              <a:defRPr>
                <a:solidFill>
                  <a:schemeClr val="lt1"/>
                </a:solidFill>
              </a:defRPr>
            </a:lvl1pPr>
            <a:lvl2pPr lvl="1">
              <a:spcBef>
                <a:spcPts val="0"/>
              </a:spcBef>
              <a:spcAft>
                <a:spcPts val="0"/>
              </a:spcAft>
              <a:buClr>
                <a:schemeClr val="lt1"/>
              </a:buClr>
              <a:buSzPts val="2400"/>
              <a:buFont typeface="Work Sans"/>
              <a:buNone/>
              <a:defRPr sz="2400">
                <a:solidFill>
                  <a:schemeClr val="lt1"/>
                </a:solidFill>
              </a:defRPr>
            </a:lvl2pPr>
            <a:lvl3pPr lvl="2">
              <a:spcBef>
                <a:spcPts val="0"/>
              </a:spcBef>
              <a:spcAft>
                <a:spcPts val="0"/>
              </a:spcAft>
              <a:buClr>
                <a:schemeClr val="lt1"/>
              </a:buClr>
              <a:buSzPts val="2400"/>
              <a:buFont typeface="Work Sans"/>
              <a:buNone/>
              <a:defRPr sz="2400">
                <a:solidFill>
                  <a:schemeClr val="lt1"/>
                </a:solidFill>
              </a:defRPr>
            </a:lvl3pPr>
            <a:lvl4pPr lvl="3">
              <a:spcBef>
                <a:spcPts val="0"/>
              </a:spcBef>
              <a:spcAft>
                <a:spcPts val="0"/>
              </a:spcAft>
              <a:buClr>
                <a:schemeClr val="lt1"/>
              </a:buClr>
              <a:buSzPts val="2400"/>
              <a:buFont typeface="Work Sans"/>
              <a:buNone/>
              <a:defRPr sz="2400">
                <a:solidFill>
                  <a:schemeClr val="lt1"/>
                </a:solidFill>
              </a:defRPr>
            </a:lvl4pPr>
            <a:lvl5pPr lvl="4">
              <a:spcBef>
                <a:spcPts val="0"/>
              </a:spcBef>
              <a:spcAft>
                <a:spcPts val="0"/>
              </a:spcAft>
              <a:buClr>
                <a:schemeClr val="lt1"/>
              </a:buClr>
              <a:buSzPts val="2400"/>
              <a:buFont typeface="Work Sans"/>
              <a:buNone/>
              <a:defRPr sz="2400">
                <a:solidFill>
                  <a:schemeClr val="lt1"/>
                </a:solidFill>
              </a:defRPr>
            </a:lvl5pPr>
            <a:lvl6pPr lvl="5">
              <a:spcBef>
                <a:spcPts val="0"/>
              </a:spcBef>
              <a:spcAft>
                <a:spcPts val="0"/>
              </a:spcAft>
              <a:buClr>
                <a:schemeClr val="lt1"/>
              </a:buClr>
              <a:buSzPts val="2400"/>
              <a:buFont typeface="Work Sans"/>
              <a:buNone/>
              <a:defRPr sz="2400">
                <a:solidFill>
                  <a:schemeClr val="lt1"/>
                </a:solidFill>
              </a:defRPr>
            </a:lvl6pPr>
            <a:lvl7pPr lvl="6">
              <a:spcBef>
                <a:spcPts val="0"/>
              </a:spcBef>
              <a:spcAft>
                <a:spcPts val="0"/>
              </a:spcAft>
              <a:buClr>
                <a:schemeClr val="lt1"/>
              </a:buClr>
              <a:buSzPts val="2400"/>
              <a:buFont typeface="Work Sans"/>
              <a:buNone/>
              <a:defRPr sz="2400">
                <a:solidFill>
                  <a:schemeClr val="lt1"/>
                </a:solidFill>
              </a:defRPr>
            </a:lvl7pPr>
            <a:lvl8pPr lvl="7">
              <a:spcBef>
                <a:spcPts val="0"/>
              </a:spcBef>
              <a:spcAft>
                <a:spcPts val="0"/>
              </a:spcAft>
              <a:buClr>
                <a:schemeClr val="lt1"/>
              </a:buClr>
              <a:buSzPts val="2400"/>
              <a:buFont typeface="Work Sans"/>
              <a:buNone/>
              <a:defRPr sz="2400">
                <a:solidFill>
                  <a:schemeClr val="lt1"/>
                </a:solidFill>
              </a:defRPr>
            </a:lvl8pPr>
            <a:lvl9pPr lvl="8">
              <a:spcBef>
                <a:spcPts val="0"/>
              </a:spcBef>
              <a:spcAft>
                <a:spcPts val="0"/>
              </a:spcAft>
              <a:buClr>
                <a:schemeClr val="lt1"/>
              </a:buClr>
              <a:buSzPts val="2400"/>
              <a:buFont typeface="Work Sans"/>
              <a:buNone/>
              <a:defRPr sz="2400">
                <a:solidFill>
                  <a:schemeClr val="lt1"/>
                </a:solidFill>
              </a:defRPr>
            </a:lvl9pPr>
          </a:lstStyle>
          <a:p/>
        </p:txBody>
      </p:sp>
      <p:sp>
        <p:nvSpPr>
          <p:cNvPr id="268" name="Google Shape;268;p28"/>
          <p:cNvSpPr txBox="1"/>
          <p:nvPr>
            <p:ph idx="3" type="body"/>
          </p:nvPr>
        </p:nvSpPr>
        <p:spPr>
          <a:xfrm>
            <a:off x="5057363" y="1653400"/>
            <a:ext cx="3970800" cy="602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lt1"/>
              </a:buClr>
              <a:buSzPts val="1200"/>
              <a:buFont typeface="Work Sans"/>
              <a:buChar char="●"/>
              <a:defRPr>
                <a:solidFill>
                  <a:schemeClr val="lt1"/>
                </a:solidFill>
              </a:defRPr>
            </a:lvl1pPr>
            <a:lvl2pPr indent="-304800" lvl="1" marL="914400">
              <a:spcBef>
                <a:spcPts val="0"/>
              </a:spcBef>
              <a:spcAft>
                <a:spcPts val="0"/>
              </a:spcAft>
              <a:buClr>
                <a:schemeClr val="lt1"/>
              </a:buClr>
              <a:buSzPts val="1200"/>
              <a:buFont typeface="Work Sans"/>
              <a:buChar char="○"/>
              <a:defRPr>
                <a:solidFill>
                  <a:schemeClr val="lt1"/>
                </a:solidFill>
              </a:defRPr>
            </a:lvl2pPr>
            <a:lvl3pPr indent="-304800" lvl="2" marL="1371600">
              <a:spcBef>
                <a:spcPts val="0"/>
              </a:spcBef>
              <a:spcAft>
                <a:spcPts val="0"/>
              </a:spcAft>
              <a:buClr>
                <a:schemeClr val="lt1"/>
              </a:buClr>
              <a:buSzPts val="1200"/>
              <a:buFont typeface="Work Sans"/>
              <a:buChar char="■"/>
              <a:defRPr>
                <a:solidFill>
                  <a:schemeClr val="lt1"/>
                </a:solidFill>
              </a:defRPr>
            </a:lvl3pPr>
            <a:lvl4pPr indent="-304800" lvl="3" marL="1828800">
              <a:spcBef>
                <a:spcPts val="0"/>
              </a:spcBef>
              <a:spcAft>
                <a:spcPts val="0"/>
              </a:spcAft>
              <a:buClr>
                <a:schemeClr val="lt1"/>
              </a:buClr>
              <a:buSzPts val="1200"/>
              <a:buFont typeface="Work Sans"/>
              <a:buChar char="●"/>
              <a:defRPr>
                <a:solidFill>
                  <a:schemeClr val="lt1"/>
                </a:solidFill>
              </a:defRPr>
            </a:lvl4pPr>
            <a:lvl5pPr indent="-304800" lvl="4" marL="2286000">
              <a:spcBef>
                <a:spcPts val="0"/>
              </a:spcBef>
              <a:spcAft>
                <a:spcPts val="0"/>
              </a:spcAft>
              <a:buClr>
                <a:schemeClr val="lt1"/>
              </a:buClr>
              <a:buSzPts val="1200"/>
              <a:buFont typeface="Work Sans"/>
              <a:buChar char="○"/>
              <a:defRPr>
                <a:solidFill>
                  <a:schemeClr val="lt1"/>
                </a:solidFill>
              </a:defRPr>
            </a:lvl5pPr>
            <a:lvl6pPr indent="-304800" lvl="5" marL="2743200">
              <a:spcBef>
                <a:spcPts val="0"/>
              </a:spcBef>
              <a:spcAft>
                <a:spcPts val="0"/>
              </a:spcAft>
              <a:buClr>
                <a:schemeClr val="lt1"/>
              </a:buClr>
              <a:buSzPts val="1200"/>
              <a:buFont typeface="Work Sans"/>
              <a:buChar char="■"/>
              <a:defRPr>
                <a:solidFill>
                  <a:schemeClr val="lt1"/>
                </a:solidFill>
              </a:defRPr>
            </a:lvl6pPr>
            <a:lvl7pPr indent="-304800" lvl="6" marL="3200400">
              <a:spcBef>
                <a:spcPts val="0"/>
              </a:spcBef>
              <a:spcAft>
                <a:spcPts val="0"/>
              </a:spcAft>
              <a:buClr>
                <a:schemeClr val="lt1"/>
              </a:buClr>
              <a:buSzPts val="1200"/>
              <a:buFont typeface="Work Sans"/>
              <a:buChar char="●"/>
              <a:defRPr>
                <a:solidFill>
                  <a:schemeClr val="lt1"/>
                </a:solidFill>
              </a:defRPr>
            </a:lvl7pPr>
            <a:lvl8pPr indent="-304800" lvl="7" marL="3657600">
              <a:spcBef>
                <a:spcPts val="0"/>
              </a:spcBef>
              <a:spcAft>
                <a:spcPts val="0"/>
              </a:spcAft>
              <a:buClr>
                <a:schemeClr val="lt1"/>
              </a:buClr>
              <a:buSzPts val="1200"/>
              <a:buFont typeface="Work Sans"/>
              <a:buChar char="○"/>
              <a:defRPr>
                <a:solidFill>
                  <a:schemeClr val="lt1"/>
                </a:solidFill>
              </a:defRPr>
            </a:lvl8pPr>
            <a:lvl9pPr indent="-304800" lvl="8" marL="4114800">
              <a:spcBef>
                <a:spcPts val="0"/>
              </a:spcBef>
              <a:spcAft>
                <a:spcPts val="0"/>
              </a:spcAft>
              <a:buClr>
                <a:schemeClr val="lt1"/>
              </a:buClr>
              <a:buSzPts val="1200"/>
              <a:buFont typeface="Work Sans"/>
              <a:buChar char="■"/>
              <a:defRPr>
                <a:solidFill>
                  <a:schemeClr val="lt1"/>
                </a:solidFill>
              </a:defRPr>
            </a:lvl9pPr>
          </a:lstStyle>
          <a:p/>
        </p:txBody>
      </p:sp>
      <p:cxnSp>
        <p:nvCxnSpPr>
          <p:cNvPr id="269" name="Google Shape;269;p28"/>
          <p:cNvCxnSpPr/>
          <p:nvPr/>
        </p:nvCxnSpPr>
        <p:spPr>
          <a:xfrm>
            <a:off x="4946400" y="-10950"/>
            <a:ext cx="0" cy="5154600"/>
          </a:xfrm>
          <a:prstGeom prst="straightConnector1">
            <a:avLst/>
          </a:prstGeom>
          <a:noFill/>
          <a:ln cap="flat" cmpd="sng" w="9525">
            <a:solidFill>
              <a:schemeClr val="dk1"/>
            </a:solidFill>
            <a:prstDash val="solid"/>
            <a:round/>
            <a:headEnd len="med" w="med" type="none"/>
            <a:tailEnd len="med" w="med" type="none"/>
          </a:ln>
        </p:spPr>
      </p:cxnSp>
      <p:sp>
        <p:nvSpPr>
          <p:cNvPr id="270" name="Google Shape;270;p28"/>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
        <p:nvSpPr>
          <p:cNvPr id="271" name="Google Shape;271;p28"/>
          <p:cNvSpPr txBox="1"/>
          <p:nvPr>
            <p:ph idx="4" type="title"/>
          </p:nvPr>
        </p:nvSpPr>
        <p:spPr>
          <a:xfrm>
            <a:off x="860913" y="995275"/>
            <a:ext cx="3876300" cy="1286100"/>
          </a:xfrm>
          <a:prstGeom prst="rect">
            <a:avLst/>
          </a:prstGeom>
        </p:spPr>
        <p:txBody>
          <a:bodyPr anchorCtr="0" anchor="t" bIns="91425" lIns="91425" spcFirstLastPara="1" rIns="91425" wrap="square" tIns="91425">
            <a:spAutoFit/>
          </a:bodyPr>
          <a:lstStyle>
            <a:lvl1pPr lvl="0">
              <a:spcBef>
                <a:spcPts val="0"/>
              </a:spcBef>
              <a:spcAft>
                <a:spcPts val="0"/>
              </a:spcAft>
              <a:buSzPts val="2400"/>
              <a:buFont typeface="Work Sans Medium"/>
              <a:buNone/>
              <a:defRPr/>
            </a:lvl1pPr>
            <a:lvl2pPr lvl="1">
              <a:spcBef>
                <a:spcPts val="0"/>
              </a:spcBef>
              <a:spcAft>
                <a:spcPts val="0"/>
              </a:spcAft>
              <a:buClr>
                <a:schemeClr val="dk1"/>
              </a:buClr>
              <a:buSzPts val="2400"/>
              <a:buFont typeface="Work Sans"/>
              <a:buNone/>
              <a:defRPr sz="2400">
                <a:solidFill>
                  <a:schemeClr val="dk1"/>
                </a:solidFill>
              </a:defRPr>
            </a:lvl2pPr>
            <a:lvl3pPr lvl="2">
              <a:spcBef>
                <a:spcPts val="0"/>
              </a:spcBef>
              <a:spcAft>
                <a:spcPts val="0"/>
              </a:spcAft>
              <a:buClr>
                <a:schemeClr val="dk1"/>
              </a:buClr>
              <a:buSzPts val="2400"/>
              <a:buFont typeface="Work Sans"/>
              <a:buNone/>
              <a:defRPr sz="2400">
                <a:solidFill>
                  <a:schemeClr val="dk1"/>
                </a:solidFill>
              </a:defRPr>
            </a:lvl3pPr>
            <a:lvl4pPr lvl="3">
              <a:spcBef>
                <a:spcPts val="0"/>
              </a:spcBef>
              <a:spcAft>
                <a:spcPts val="0"/>
              </a:spcAft>
              <a:buClr>
                <a:schemeClr val="dk1"/>
              </a:buClr>
              <a:buSzPts val="2400"/>
              <a:buFont typeface="Work Sans"/>
              <a:buNone/>
              <a:defRPr sz="2400">
                <a:solidFill>
                  <a:schemeClr val="dk1"/>
                </a:solidFill>
              </a:defRPr>
            </a:lvl4pPr>
            <a:lvl5pPr lvl="4">
              <a:spcBef>
                <a:spcPts val="0"/>
              </a:spcBef>
              <a:spcAft>
                <a:spcPts val="0"/>
              </a:spcAft>
              <a:buClr>
                <a:schemeClr val="dk1"/>
              </a:buClr>
              <a:buSzPts val="2400"/>
              <a:buFont typeface="Work Sans"/>
              <a:buNone/>
              <a:defRPr sz="2400">
                <a:solidFill>
                  <a:schemeClr val="dk1"/>
                </a:solidFill>
              </a:defRPr>
            </a:lvl5pPr>
            <a:lvl6pPr lvl="5">
              <a:spcBef>
                <a:spcPts val="0"/>
              </a:spcBef>
              <a:spcAft>
                <a:spcPts val="0"/>
              </a:spcAft>
              <a:buClr>
                <a:schemeClr val="dk1"/>
              </a:buClr>
              <a:buSzPts val="2400"/>
              <a:buFont typeface="Work Sans"/>
              <a:buNone/>
              <a:defRPr sz="2400">
                <a:solidFill>
                  <a:schemeClr val="dk1"/>
                </a:solidFill>
              </a:defRPr>
            </a:lvl6pPr>
            <a:lvl7pPr lvl="6">
              <a:spcBef>
                <a:spcPts val="0"/>
              </a:spcBef>
              <a:spcAft>
                <a:spcPts val="0"/>
              </a:spcAft>
              <a:buClr>
                <a:schemeClr val="dk1"/>
              </a:buClr>
              <a:buSzPts val="2400"/>
              <a:buFont typeface="Work Sans"/>
              <a:buNone/>
              <a:defRPr sz="2400">
                <a:solidFill>
                  <a:schemeClr val="dk1"/>
                </a:solidFill>
              </a:defRPr>
            </a:lvl7pPr>
            <a:lvl8pPr lvl="7">
              <a:spcBef>
                <a:spcPts val="0"/>
              </a:spcBef>
              <a:spcAft>
                <a:spcPts val="0"/>
              </a:spcAft>
              <a:buClr>
                <a:schemeClr val="dk1"/>
              </a:buClr>
              <a:buSzPts val="2400"/>
              <a:buFont typeface="Work Sans"/>
              <a:buNone/>
              <a:defRPr sz="2400">
                <a:solidFill>
                  <a:schemeClr val="dk1"/>
                </a:solidFill>
              </a:defRPr>
            </a:lvl8pPr>
            <a:lvl9pPr lvl="8">
              <a:spcBef>
                <a:spcPts val="0"/>
              </a:spcBef>
              <a:spcAft>
                <a:spcPts val="0"/>
              </a:spcAft>
              <a:buClr>
                <a:schemeClr val="dk1"/>
              </a:buClr>
              <a:buSzPts val="2400"/>
              <a:buFont typeface="Work Sans"/>
              <a:buNone/>
              <a:defRPr sz="2400">
                <a:solidFill>
                  <a:schemeClr val="dk1"/>
                </a:solidFill>
              </a:defRPr>
            </a:lvl9pPr>
          </a:lstStyle>
          <a:p/>
        </p:txBody>
      </p:sp>
      <p:sp>
        <p:nvSpPr>
          <p:cNvPr id="272" name="Google Shape;272;p28"/>
          <p:cNvSpPr txBox="1"/>
          <p:nvPr>
            <p:ph idx="5" type="body"/>
          </p:nvPr>
        </p:nvSpPr>
        <p:spPr>
          <a:xfrm>
            <a:off x="857163" y="1653400"/>
            <a:ext cx="3970800" cy="602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Font typeface="Work Sans"/>
              <a:buChar char="●"/>
              <a:defRPr/>
            </a:lvl1pPr>
            <a:lvl2pPr indent="-304800" lvl="1" marL="914400">
              <a:spcBef>
                <a:spcPts val="0"/>
              </a:spcBef>
              <a:spcAft>
                <a:spcPts val="0"/>
              </a:spcAft>
              <a:buSzPts val="1200"/>
              <a:buFont typeface="Work Sans"/>
              <a:buChar char="○"/>
              <a:defRPr/>
            </a:lvl2pPr>
            <a:lvl3pPr indent="-304800" lvl="2" marL="1371600">
              <a:spcBef>
                <a:spcPts val="0"/>
              </a:spcBef>
              <a:spcAft>
                <a:spcPts val="0"/>
              </a:spcAft>
              <a:buSzPts val="1200"/>
              <a:buFont typeface="Work Sans"/>
              <a:buChar char="■"/>
              <a:defRPr/>
            </a:lvl3pPr>
            <a:lvl4pPr indent="-304800" lvl="3" marL="1828800">
              <a:spcBef>
                <a:spcPts val="0"/>
              </a:spcBef>
              <a:spcAft>
                <a:spcPts val="0"/>
              </a:spcAft>
              <a:buSzPts val="1200"/>
              <a:buFont typeface="Work Sans"/>
              <a:buChar char="●"/>
              <a:defRPr/>
            </a:lvl4pPr>
            <a:lvl5pPr indent="-304800" lvl="4" marL="2286000">
              <a:spcBef>
                <a:spcPts val="0"/>
              </a:spcBef>
              <a:spcAft>
                <a:spcPts val="0"/>
              </a:spcAft>
              <a:buSzPts val="1200"/>
              <a:buFont typeface="Work Sans"/>
              <a:buChar char="○"/>
              <a:defRPr/>
            </a:lvl5pPr>
            <a:lvl6pPr indent="-304800" lvl="5" marL="2743200">
              <a:spcBef>
                <a:spcPts val="0"/>
              </a:spcBef>
              <a:spcAft>
                <a:spcPts val="0"/>
              </a:spcAft>
              <a:buSzPts val="1200"/>
              <a:buFont typeface="Work Sans"/>
              <a:buChar char="■"/>
              <a:defRPr/>
            </a:lvl6pPr>
            <a:lvl7pPr indent="-304800" lvl="6" marL="3200400">
              <a:spcBef>
                <a:spcPts val="0"/>
              </a:spcBef>
              <a:spcAft>
                <a:spcPts val="0"/>
              </a:spcAft>
              <a:buSzPts val="1200"/>
              <a:buFont typeface="Work Sans"/>
              <a:buChar char="●"/>
              <a:defRPr/>
            </a:lvl7pPr>
            <a:lvl8pPr indent="-304800" lvl="7" marL="3657600">
              <a:spcBef>
                <a:spcPts val="0"/>
              </a:spcBef>
              <a:spcAft>
                <a:spcPts val="0"/>
              </a:spcAft>
              <a:buSzPts val="1200"/>
              <a:buFont typeface="Work Sans"/>
              <a:buChar char="○"/>
              <a:defRPr/>
            </a:lvl8pPr>
            <a:lvl9pPr indent="-304800" lvl="8" marL="4114800">
              <a:spcBef>
                <a:spcPts val="0"/>
              </a:spcBef>
              <a:spcAft>
                <a:spcPts val="0"/>
              </a:spcAft>
              <a:buSzPts val="1200"/>
              <a:buFont typeface="Work Sans"/>
              <a:buChar char="■"/>
              <a:defRPr/>
            </a:lvl9pPr>
          </a:lstStyle>
          <a:p/>
        </p:txBody>
      </p:sp>
      <p:sp>
        <p:nvSpPr>
          <p:cNvPr id="273" name="Google Shape;273;p28"/>
          <p:cNvSpPr txBox="1"/>
          <p:nvPr>
            <p:ph idx="6" type="title"/>
          </p:nvPr>
        </p:nvSpPr>
        <p:spPr>
          <a:xfrm>
            <a:off x="860900" y="3151200"/>
            <a:ext cx="3876300" cy="1286100"/>
          </a:xfrm>
          <a:prstGeom prst="rect">
            <a:avLst/>
          </a:prstGeom>
        </p:spPr>
        <p:txBody>
          <a:bodyPr anchorCtr="0" anchor="t" bIns="91425" lIns="91425" spcFirstLastPara="1" rIns="91425" wrap="square" tIns="91425">
            <a:spAutoFit/>
          </a:bodyPr>
          <a:lstStyle>
            <a:lvl1pPr lvl="0">
              <a:spcBef>
                <a:spcPts val="0"/>
              </a:spcBef>
              <a:spcAft>
                <a:spcPts val="0"/>
              </a:spcAft>
              <a:buSzPts val="2400"/>
              <a:buFont typeface="Work Sans Medium"/>
              <a:buNone/>
              <a:defRPr/>
            </a:lvl1pPr>
            <a:lvl2pPr lvl="1">
              <a:spcBef>
                <a:spcPts val="0"/>
              </a:spcBef>
              <a:spcAft>
                <a:spcPts val="0"/>
              </a:spcAft>
              <a:buClr>
                <a:schemeClr val="dk1"/>
              </a:buClr>
              <a:buSzPts val="2400"/>
              <a:buFont typeface="Work Sans"/>
              <a:buNone/>
              <a:defRPr sz="2400">
                <a:solidFill>
                  <a:schemeClr val="dk1"/>
                </a:solidFill>
              </a:defRPr>
            </a:lvl2pPr>
            <a:lvl3pPr lvl="2">
              <a:spcBef>
                <a:spcPts val="0"/>
              </a:spcBef>
              <a:spcAft>
                <a:spcPts val="0"/>
              </a:spcAft>
              <a:buClr>
                <a:schemeClr val="dk1"/>
              </a:buClr>
              <a:buSzPts val="2400"/>
              <a:buFont typeface="Work Sans"/>
              <a:buNone/>
              <a:defRPr sz="2400">
                <a:solidFill>
                  <a:schemeClr val="dk1"/>
                </a:solidFill>
              </a:defRPr>
            </a:lvl3pPr>
            <a:lvl4pPr lvl="3">
              <a:spcBef>
                <a:spcPts val="0"/>
              </a:spcBef>
              <a:spcAft>
                <a:spcPts val="0"/>
              </a:spcAft>
              <a:buClr>
                <a:schemeClr val="dk1"/>
              </a:buClr>
              <a:buSzPts val="2400"/>
              <a:buFont typeface="Work Sans"/>
              <a:buNone/>
              <a:defRPr sz="2400">
                <a:solidFill>
                  <a:schemeClr val="dk1"/>
                </a:solidFill>
              </a:defRPr>
            </a:lvl4pPr>
            <a:lvl5pPr lvl="4">
              <a:spcBef>
                <a:spcPts val="0"/>
              </a:spcBef>
              <a:spcAft>
                <a:spcPts val="0"/>
              </a:spcAft>
              <a:buClr>
                <a:schemeClr val="dk1"/>
              </a:buClr>
              <a:buSzPts val="2400"/>
              <a:buFont typeface="Work Sans"/>
              <a:buNone/>
              <a:defRPr sz="2400">
                <a:solidFill>
                  <a:schemeClr val="dk1"/>
                </a:solidFill>
              </a:defRPr>
            </a:lvl5pPr>
            <a:lvl6pPr lvl="5">
              <a:spcBef>
                <a:spcPts val="0"/>
              </a:spcBef>
              <a:spcAft>
                <a:spcPts val="0"/>
              </a:spcAft>
              <a:buClr>
                <a:schemeClr val="dk1"/>
              </a:buClr>
              <a:buSzPts val="2400"/>
              <a:buFont typeface="Work Sans"/>
              <a:buNone/>
              <a:defRPr sz="2400">
                <a:solidFill>
                  <a:schemeClr val="dk1"/>
                </a:solidFill>
              </a:defRPr>
            </a:lvl6pPr>
            <a:lvl7pPr lvl="6">
              <a:spcBef>
                <a:spcPts val="0"/>
              </a:spcBef>
              <a:spcAft>
                <a:spcPts val="0"/>
              </a:spcAft>
              <a:buClr>
                <a:schemeClr val="dk1"/>
              </a:buClr>
              <a:buSzPts val="2400"/>
              <a:buFont typeface="Work Sans"/>
              <a:buNone/>
              <a:defRPr sz="2400">
                <a:solidFill>
                  <a:schemeClr val="dk1"/>
                </a:solidFill>
              </a:defRPr>
            </a:lvl7pPr>
            <a:lvl8pPr lvl="7">
              <a:spcBef>
                <a:spcPts val="0"/>
              </a:spcBef>
              <a:spcAft>
                <a:spcPts val="0"/>
              </a:spcAft>
              <a:buClr>
                <a:schemeClr val="dk1"/>
              </a:buClr>
              <a:buSzPts val="2400"/>
              <a:buFont typeface="Work Sans"/>
              <a:buNone/>
              <a:defRPr sz="2400">
                <a:solidFill>
                  <a:schemeClr val="dk1"/>
                </a:solidFill>
              </a:defRPr>
            </a:lvl8pPr>
            <a:lvl9pPr lvl="8">
              <a:spcBef>
                <a:spcPts val="0"/>
              </a:spcBef>
              <a:spcAft>
                <a:spcPts val="0"/>
              </a:spcAft>
              <a:buClr>
                <a:schemeClr val="dk1"/>
              </a:buClr>
              <a:buSzPts val="2400"/>
              <a:buFont typeface="Work Sans"/>
              <a:buNone/>
              <a:defRPr sz="2400">
                <a:solidFill>
                  <a:schemeClr val="dk1"/>
                </a:solidFill>
              </a:defRPr>
            </a:lvl9pPr>
          </a:lstStyle>
          <a:p/>
        </p:txBody>
      </p:sp>
      <p:sp>
        <p:nvSpPr>
          <p:cNvPr id="274" name="Google Shape;274;p28"/>
          <p:cNvSpPr txBox="1"/>
          <p:nvPr>
            <p:ph idx="7" type="body"/>
          </p:nvPr>
        </p:nvSpPr>
        <p:spPr>
          <a:xfrm>
            <a:off x="857150" y="3809325"/>
            <a:ext cx="3970800" cy="602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Font typeface="Work Sans"/>
              <a:buChar char="●"/>
              <a:defRPr/>
            </a:lvl1pPr>
            <a:lvl2pPr indent="-304800" lvl="1" marL="914400">
              <a:spcBef>
                <a:spcPts val="0"/>
              </a:spcBef>
              <a:spcAft>
                <a:spcPts val="0"/>
              </a:spcAft>
              <a:buSzPts val="1200"/>
              <a:buFont typeface="Work Sans"/>
              <a:buChar char="○"/>
              <a:defRPr/>
            </a:lvl2pPr>
            <a:lvl3pPr indent="-304800" lvl="2" marL="1371600">
              <a:spcBef>
                <a:spcPts val="0"/>
              </a:spcBef>
              <a:spcAft>
                <a:spcPts val="0"/>
              </a:spcAft>
              <a:buSzPts val="1200"/>
              <a:buFont typeface="Work Sans"/>
              <a:buChar char="■"/>
              <a:defRPr/>
            </a:lvl3pPr>
            <a:lvl4pPr indent="-304800" lvl="3" marL="1828800">
              <a:spcBef>
                <a:spcPts val="0"/>
              </a:spcBef>
              <a:spcAft>
                <a:spcPts val="0"/>
              </a:spcAft>
              <a:buSzPts val="1200"/>
              <a:buFont typeface="Work Sans"/>
              <a:buChar char="●"/>
              <a:defRPr/>
            </a:lvl4pPr>
            <a:lvl5pPr indent="-304800" lvl="4" marL="2286000">
              <a:spcBef>
                <a:spcPts val="0"/>
              </a:spcBef>
              <a:spcAft>
                <a:spcPts val="0"/>
              </a:spcAft>
              <a:buSzPts val="1200"/>
              <a:buFont typeface="Work Sans"/>
              <a:buChar char="○"/>
              <a:defRPr/>
            </a:lvl5pPr>
            <a:lvl6pPr indent="-304800" lvl="5" marL="2743200">
              <a:spcBef>
                <a:spcPts val="0"/>
              </a:spcBef>
              <a:spcAft>
                <a:spcPts val="0"/>
              </a:spcAft>
              <a:buSzPts val="1200"/>
              <a:buFont typeface="Work Sans"/>
              <a:buChar char="■"/>
              <a:defRPr/>
            </a:lvl6pPr>
            <a:lvl7pPr indent="-304800" lvl="6" marL="3200400">
              <a:spcBef>
                <a:spcPts val="0"/>
              </a:spcBef>
              <a:spcAft>
                <a:spcPts val="0"/>
              </a:spcAft>
              <a:buSzPts val="1200"/>
              <a:buFont typeface="Work Sans"/>
              <a:buChar char="●"/>
              <a:defRPr/>
            </a:lvl7pPr>
            <a:lvl8pPr indent="-304800" lvl="7" marL="3657600">
              <a:spcBef>
                <a:spcPts val="0"/>
              </a:spcBef>
              <a:spcAft>
                <a:spcPts val="0"/>
              </a:spcAft>
              <a:buSzPts val="1200"/>
              <a:buFont typeface="Work Sans"/>
              <a:buChar char="○"/>
              <a:defRPr/>
            </a:lvl8pPr>
            <a:lvl9pPr indent="-304800" lvl="8" marL="4114800">
              <a:spcBef>
                <a:spcPts val="0"/>
              </a:spcBef>
              <a:spcAft>
                <a:spcPts val="0"/>
              </a:spcAft>
              <a:buSzPts val="1200"/>
              <a:buFont typeface="Work Sans"/>
              <a:buChar char="■"/>
              <a:defRPr/>
            </a:lvl9pPr>
          </a:lstStyle>
          <a:p/>
        </p:txBody>
      </p:sp>
      <p:sp>
        <p:nvSpPr>
          <p:cNvPr id="275" name="Google Shape;275;p28"/>
          <p:cNvSpPr txBox="1"/>
          <p:nvPr>
            <p:ph idx="8" type="title"/>
          </p:nvPr>
        </p:nvSpPr>
        <p:spPr>
          <a:xfrm>
            <a:off x="5061113" y="3151200"/>
            <a:ext cx="3876300" cy="1286100"/>
          </a:xfrm>
          <a:prstGeom prst="rect">
            <a:avLst/>
          </a:prstGeom>
        </p:spPr>
        <p:txBody>
          <a:bodyPr anchorCtr="0" anchor="t" bIns="91425" lIns="91425" spcFirstLastPara="1" rIns="91425" wrap="square" tIns="91425">
            <a:spAutoFit/>
          </a:bodyPr>
          <a:lstStyle>
            <a:lvl1pPr lvl="0">
              <a:spcBef>
                <a:spcPts val="0"/>
              </a:spcBef>
              <a:spcAft>
                <a:spcPts val="0"/>
              </a:spcAft>
              <a:buSzPts val="2400"/>
              <a:buFont typeface="Work Sans Medium"/>
              <a:buNone/>
              <a:defRPr/>
            </a:lvl1pPr>
            <a:lvl2pPr lvl="1">
              <a:spcBef>
                <a:spcPts val="0"/>
              </a:spcBef>
              <a:spcAft>
                <a:spcPts val="0"/>
              </a:spcAft>
              <a:buClr>
                <a:schemeClr val="dk1"/>
              </a:buClr>
              <a:buSzPts val="2400"/>
              <a:buFont typeface="Work Sans"/>
              <a:buNone/>
              <a:defRPr sz="2400">
                <a:solidFill>
                  <a:schemeClr val="dk1"/>
                </a:solidFill>
              </a:defRPr>
            </a:lvl2pPr>
            <a:lvl3pPr lvl="2">
              <a:spcBef>
                <a:spcPts val="0"/>
              </a:spcBef>
              <a:spcAft>
                <a:spcPts val="0"/>
              </a:spcAft>
              <a:buClr>
                <a:schemeClr val="dk1"/>
              </a:buClr>
              <a:buSzPts val="2400"/>
              <a:buFont typeface="Work Sans"/>
              <a:buNone/>
              <a:defRPr sz="2400">
                <a:solidFill>
                  <a:schemeClr val="dk1"/>
                </a:solidFill>
              </a:defRPr>
            </a:lvl3pPr>
            <a:lvl4pPr lvl="3">
              <a:spcBef>
                <a:spcPts val="0"/>
              </a:spcBef>
              <a:spcAft>
                <a:spcPts val="0"/>
              </a:spcAft>
              <a:buClr>
                <a:schemeClr val="dk1"/>
              </a:buClr>
              <a:buSzPts val="2400"/>
              <a:buFont typeface="Work Sans"/>
              <a:buNone/>
              <a:defRPr sz="2400">
                <a:solidFill>
                  <a:schemeClr val="dk1"/>
                </a:solidFill>
              </a:defRPr>
            </a:lvl4pPr>
            <a:lvl5pPr lvl="4">
              <a:spcBef>
                <a:spcPts val="0"/>
              </a:spcBef>
              <a:spcAft>
                <a:spcPts val="0"/>
              </a:spcAft>
              <a:buClr>
                <a:schemeClr val="dk1"/>
              </a:buClr>
              <a:buSzPts val="2400"/>
              <a:buFont typeface="Work Sans"/>
              <a:buNone/>
              <a:defRPr sz="2400">
                <a:solidFill>
                  <a:schemeClr val="dk1"/>
                </a:solidFill>
              </a:defRPr>
            </a:lvl5pPr>
            <a:lvl6pPr lvl="5">
              <a:spcBef>
                <a:spcPts val="0"/>
              </a:spcBef>
              <a:spcAft>
                <a:spcPts val="0"/>
              </a:spcAft>
              <a:buClr>
                <a:schemeClr val="dk1"/>
              </a:buClr>
              <a:buSzPts val="2400"/>
              <a:buFont typeface="Work Sans"/>
              <a:buNone/>
              <a:defRPr sz="2400">
                <a:solidFill>
                  <a:schemeClr val="dk1"/>
                </a:solidFill>
              </a:defRPr>
            </a:lvl6pPr>
            <a:lvl7pPr lvl="6">
              <a:spcBef>
                <a:spcPts val="0"/>
              </a:spcBef>
              <a:spcAft>
                <a:spcPts val="0"/>
              </a:spcAft>
              <a:buClr>
                <a:schemeClr val="dk1"/>
              </a:buClr>
              <a:buSzPts val="2400"/>
              <a:buFont typeface="Work Sans"/>
              <a:buNone/>
              <a:defRPr sz="2400">
                <a:solidFill>
                  <a:schemeClr val="dk1"/>
                </a:solidFill>
              </a:defRPr>
            </a:lvl7pPr>
            <a:lvl8pPr lvl="7">
              <a:spcBef>
                <a:spcPts val="0"/>
              </a:spcBef>
              <a:spcAft>
                <a:spcPts val="0"/>
              </a:spcAft>
              <a:buClr>
                <a:schemeClr val="dk1"/>
              </a:buClr>
              <a:buSzPts val="2400"/>
              <a:buFont typeface="Work Sans"/>
              <a:buNone/>
              <a:defRPr sz="2400">
                <a:solidFill>
                  <a:schemeClr val="dk1"/>
                </a:solidFill>
              </a:defRPr>
            </a:lvl8pPr>
            <a:lvl9pPr lvl="8">
              <a:spcBef>
                <a:spcPts val="0"/>
              </a:spcBef>
              <a:spcAft>
                <a:spcPts val="0"/>
              </a:spcAft>
              <a:buClr>
                <a:schemeClr val="dk1"/>
              </a:buClr>
              <a:buSzPts val="2400"/>
              <a:buFont typeface="Work Sans"/>
              <a:buNone/>
              <a:defRPr sz="2400">
                <a:solidFill>
                  <a:schemeClr val="dk1"/>
                </a:solidFill>
              </a:defRPr>
            </a:lvl9pPr>
          </a:lstStyle>
          <a:p/>
        </p:txBody>
      </p:sp>
      <p:sp>
        <p:nvSpPr>
          <p:cNvPr id="276" name="Google Shape;276;p28"/>
          <p:cNvSpPr txBox="1"/>
          <p:nvPr>
            <p:ph idx="9" type="body"/>
          </p:nvPr>
        </p:nvSpPr>
        <p:spPr>
          <a:xfrm>
            <a:off x="5057363" y="3809325"/>
            <a:ext cx="3970800" cy="602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Font typeface="Work Sans"/>
              <a:buChar char="●"/>
              <a:defRPr/>
            </a:lvl1pPr>
            <a:lvl2pPr indent="-304800" lvl="1" marL="914400">
              <a:spcBef>
                <a:spcPts val="0"/>
              </a:spcBef>
              <a:spcAft>
                <a:spcPts val="0"/>
              </a:spcAft>
              <a:buSzPts val="1200"/>
              <a:buFont typeface="Work Sans"/>
              <a:buChar char="○"/>
              <a:defRPr/>
            </a:lvl2pPr>
            <a:lvl3pPr indent="-304800" lvl="2" marL="1371600">
              <a:spcBef>
                <a:spcPts val="0"/>
              </a:spcBef>
              <a:spcAft>
                <a:spcPts val="0"/>
              </a:spcAft>
              <a:buSzPts val="1200"/>
              <a:buFont typeface="Work Sans"/>
              <a:buChar char="■"/>
              <a:defRPr/>
            </a:lvl3pPr>
            <a:lvl4pPr indent="-304800" lvl="3" marL="1828800">
              <a:spcBef>
                <a:spcPts val="0"/>
              </a:spcBef>
              <a:spcAft>
                <a:spcPts val="0"/>
              </a:spcAft>
              <a:buSzPts val="1200"/>
              <a:buFont typeface="Work Sans"/>
              <a:buChar char="●"/>
              <a:defRPr/>
            </a:lvl4pPr>
            <a:lvl5pPr indent="-304800" lvl="4" marL="2286000">
              <a:spcBef>
                <a:spcPts val="0"/>
              </a:spcBef>
              <a:spcAft>
                <a:spcPts val="0"/>
              </a:spcAft>
              <a:buSzPts val="1200"/>
              <a:buFont typeface="Work Sans"/>
              <a:buChar char="○"/>
              <a:defRPr/>
            </a:lvl5pPr>
            <a:lvl6pPr indent="-304800" lvl="5" marL="2743200">
              <a:spcBef>
                <a:spcPts val="0"/>
              </a:spcBef>
              <a:spcAft>
                <a:spcPts val="0"/>
              </a:spcAft>
              <a:buSzPts val="1200"/>
              <a:buFont typeface="Work Sans"/>
              <a:buChar char="■"/>
              <a:defRPr/>
            </a:lvl6pPr>
            <a:lvl7pPr indent="-304800" lvl="6" marL="3200400">
              <a:spcBef>
                <a:spcPts val="0"/>
              </a:spcBef>
              <a:spcAft>
                <a:spcPts val="0"/>
              </a:spcAft>
              <a:buSzPts val="1200"/>
              <a:buFont typeface="Work Sans"/>
              <a:buChar char="●"/>
              <a:defRPr/>
            </a:lvl7pPr>
            <a:lvl8pPr indent="-304800" lvl="7" marL="3657600">
              <a:spcBef>
                <a:spcPts val="0"/>
              </a:spcBef>
              <a:spcAft>
                <a:spcPts val="0"/>
              </a:spcAft>
              <a:buSzPts val="1200"/>
              <a:buFont typeface="Work Sans"/>
              <a:buChar char="○"/>
              <a:defRPr/>
            </a:lvl8pPr>
            <a:lvl9pPr indent="-304800" lvl="8" marL="4114800">
              <a:spcBef>
                <a:spcPts val="0"/>
              </a:spcBef>
              <a:spcAft>
                <a:spcPts val="0"/>
              </a:spcAft>
              <a:buSzPts val="1200"/>
              <a:buFont typeface="Work Sans"/>
              <a:buChar char="■"/>
              <a:defRPr/>
            </a:lvl9pPr>
          </a:lstStyle>
          <a:p/>
        </p:txBody>
      </p:sp>
      <p:sp>
        <p:nvSpPr>
          <p:cNvPr id="277" name="Google Shape;277;p28"/>
          <p:cNvSpPr txBox="1"/>
          <p:nvPr>
            <p:ph idx="13" type="subTitle"/>
          </p:nvPr>
        </p:nvSpPr>
        <p:spPr>
          <a:xfrm>
            <a:off x="747600" y="50"/>
            <a:ext cx="4186200" cy="890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Font typeface="Work Sans Medium"/>
              <a:buNone/>
              <a:defRPr sz="1000">
                <a:latin typeface="Work Sans Medium"/>
                <a:ea typeface="Work Sans Medium"/>
                <a:cs typeface="Work Sans Medium"/>
                <a:sym typeface="Work Sans Medium"/>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278" name="Google Shape;278;p28"/>
          <p:cNvSpPr txBox="1"/>
          <p:nvPr>
            <p:ph idx="14" type="subTitle"/>
          </p:nvPr>
        </p:nvSpPr>
        <p:spPr>
          <a:xfrm>
            <a:off x="4957925" y="1350"/>
            <a:ext cx="4186200" cy="890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Font typeface="Work Sans Medium"/>
              <a:buNone/>
              <a:defRPr sz="1000">
                <a:latin typeface="Work Sans Medium"/>
                <a:ea typeface="Work Sans Medium"/>
                <a:cs typeface="Work Sans Medium"/>
                <a:sym typeface="Work Sans Medium"/>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p/Roadmap">
  <p:cSld name="CUSTOM_2">
    <p:spTree>
      <p:nvGrpSpPr>
        <p:cNvPr id="279" name="Shape 279"/>
        <p:cNvGrpSpPr/>
        <p:nvPr/>
      </p:nvGrpSpPr>
      <p:grpSpPr>
        <a:xfrm>
          <a:off x="0" y="0"/>
          <a:ext cx="0" cy="0"/>
          <a:chOff x="0" y="0"/>
          <a:chExt cx="0" cy="0"/>
        </a:xfrm>
      </p:grpSpPr>
      <p:sp>
        <p:nvSpPr>
          <p:cNvPr id="280" name="Google Shape;280;p29"/>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9"/>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282" name="Google Shape;282;p29"/>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283" name="Google Shape;283;p29"/>
          <p:cNvSpPr/>
          <p:nvPr/>
        </p:nvSpPr>
        <p:spPr>
          <a:xfrm>
            <a:off x="747600" y="25"/>
            <a:ext cx="83964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1212"/>
              </a:solidFill>
            </a:endParaRPr>
          </a:p>
        </p:txBody>
      </p:sp>
      <p:sp>
        <p:nvSpPr>
          <p:cNvPr id="284" name="Google Shape;284;p29"/>
          <p:cNvSpPr/>
          <p:nvPr/>
        </p:nvSpPr>
        <p:spPr>
          <a:xfrm>
            <a:off x="1441200" y="2646083"/>
            <a:ext cx="1888200" cy="1199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solidFill>
                <a:schemeClr val="dk1"/>
              </a:solidFill>
              <a:latin typeface="Work Sans"/>
              <a:ea typeface="Work Sans"/>
              <a:cs typeface="Work Sans"/>
              <a:sym typeface="Work Sans"/>
            </a:endParaRPr>
          </a:p>
        </p:txBody>
      </p:sp>
      <p:sp>
        <p:nvSpPr>
          <p:cNvPr id="285" name="Google Shape;285;p29"/>
          <p:cNvSpPr/>
          <p:nvPr/>
        </p:nvSpPr>
        <p:spPr>
          <a:xfrm>
            <a:off x="6562425" y="2646083"/>
            <a:ext cx="1888200" cy="1199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6" name="Google Shape;286;p29"/>
          <p:cNvCxnSpPr/>
          <p:nvPr/>
        </p:nvCxnSpPr>
        <p:spPr>
          <a:xfrm>
            <a:off x="3329400" y="3245608"/>
            <a:ext cx="3233100" cy="0"/>
          </a:xfrm>
          <a:prstGeom prst="straightConnector1">
            <a:avLst/>
          </a:prstGeom>
          <a:noFill/>
          <a:ln cap="flat" cmpd="sng" w="9525">
            <a:solidFill>
              <a:schemeClr val="dk1"/>
            </a:solidFill>
            <a:prstDash val="solid"/>
            <a:round/>
            <a:headEnd len="med" w="med" type="none"/>
            <a:tailEnd len="med" w="med" type="none"/>
          </a:ln>
        </p:spPr>
      </p:cxnSp>
      <p:cxnSp>
        <p:nvCxnSpPr>
          <p:cNvPr id="287" name="Google Shape;287;p29"/>
          <p:cNvCxnSpPr>
            <a:endCxn id="288" idx="0"/>
          </p:cNvCxnSpPr>
          <p:nvPr/>
        </p:nvCxnSpPr>
        <p:spPr>
          <a:xfrm>
            <a:off x="4945950" y="3246950"/>
            <a:ext cx="0" cy="788400"/>
          </a:xfrm>
          <a:prstGeom prst="straightConnector1">
            <a:avLst/>
          </a:prstGeom>
          <a:noFill/>
          <a:ln cap="flat" cmpd="sng" w="9525">
            <a:solidFill>
              <a:schemeClr val="dk1"/>
            </a:solidFill>
            <a:prstDash val="solid"/>
            <a:round/>
            <a:headEnd len="med" w="med" type="none"/>
            <a:tailEnd len="med" w="med" type="none"/>
          </a:ln>
        </p:spPr>
      </p:cxnSp>
      <p:sp>
        <p:nvSpPr>
          <p:cNvPr id="289" name="Google Shape;289;p29"/>
          <p:cNvSpPr/>
          <p:nvPr/>
        </p:nvSpPr>
        <p:spPr>
          <a:xfrm>
            <a:off x="3967650" y="2117100"/>
            <a:ext cx="1956600" cy="338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endParaRPr>
          </a:p>
        </p:txBody>
      </p:sp>
      <p:sp>
        <p:nvSpPr>
          <p:cNvPr id="288" name="Google Shape;288;p29"/>
          <p:cNvSpPr/>
          <p:nvPr/>
        </p:nvSpPr>
        <p:spPr>
          <a:xfrm>
            <a:off x="3967650" y="4035350"/>
            <a:ext cx="1956600" cy="338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endParaRPr>
          </a:p>
        </p:txBody>
      </p:sp>
      <p:cxnSp>
        <p:nvCxnSpPr>
          <p:cNvPr id="290" name="Google Shape;290;p29"/>
          <p:cNvCxnSpPr>
            <a:stCxn id="289" idx="1"/>
          </p:cNvCxnSpPr>
          <p:nvPr/>
        </p:nvCxnSpPr>
        <p:spPr>
          <a:xfrm flipH="1">
            <a:off x="2390250" y="2286450"/>
            <a:ext cx="1577400" cy="900"/>
          </a:xfrm>
          <a:prstGeom prst="straightConnector1">
            <a:avLst/>
          </a:prstGeom>
          <a:noFill/>
          <a:ln cap="flat" cmpd="sng" w="9525">
            <a:solidFill>
              <a:schemeClr val="dk1"/>
            </a:solidFill>
            <a:prstDash val="solid"/>
            <a:round/>
            <a:headEnd len="med" w="med" type="none"/>
            <a:tailEnd len="med" w="med" type="none"/>
          </a:ln>
        </p:spPr>
      </p:cxnSp>
      <p:cxnSp>
        <p:nvCxnSpPr>
          <p:cNvPr id="291" name="Google Shape;291;p29"/>
          <p:cNvCxnSpPr/>
          <p:nvPr/>
        </p:nvCxnSpPr>
        <p:spPr>
          <a:xfrm rot="10800000">
            <a:off x="5924300" y="2286450"/>
            <a:ext cx="1576200" cy="0"/>
          </a:xfrm>
          <a:prstGeom prst="straightConnector1">
            <a:avLst/>
          </a:prstGeom>
          <a:noFill/>
          <a:ln cap="flat" cmpd="sng" w="9525">
            <a:solidFill>
              <a:schemeClr val="dk1"/>
            </a:solidFill>
            <a:prstDash val="solid"/>
            <a:round/>
            <a:headEnd len="med" w="med" type="none"/>
            <a:tailEnd len="med" w="med" type="none"/>
          </a:ln>
        </p:spPr>
      </p:cxnSp>
      <p:cxnSp>
        <p:nvCxnSpPr>
          <p:cNvPr id="292" name="Google Shape;292;p29"/>
          <p:cNvCxnSpPr/>
          <p:nvPr/>
        </p:nvCxnSpPr>
        <p:spPr>
          <a:xfrm>
            <a:off x="2385375" y="2282525"/>
            <a:ext cx="0" cy="363600"/>
          </a:xfrm>
          <a:prstGeom prst="straightConnector1">
            <a:avLst/>
          </a:prstGeom>
          <a:noFill/>
          <a:ln cap="flat" cmpd="sng" w="9525">
            <a:solidFill>
              <a:schemeClr val="dk1"/>
            </a:solidFill>
            <a:prstDash val="solid"/>
            <a:round/>
            <a:headEnd len="med" w="med" type="none"/>
            <a:tailEnd len="med" w="med" type="none"/>
          </a:ln>
        </p:spPr>
      </p:cxnSp>
      <p:cxnSp>
        <p:nvCxnSpPr>
          <p:cNvPr id="293" name="Google Shape;293;p29"/>
          <p:cNvCxnSpPr/>
          <p:nvPr/>
        </p:nvCxnSpPr>
        <p:spPr>
          <a:xfrm>
            <a:off x="7506525" y="2282525"/>
            <a:ext cx="0" cy="363600"/>
          </a:xfrm>
          <a:prstGeom prst="straightConnector1">
            <a:avLst/>
          </a:prstGeom>
          <a:noFill/>
          <a:ln cap="flat" cmpd="sng" w="9525">
            <a:solidFill>
              <a:schemeClr val="dk1"/>
            </a:solidFill>
            <a:prstDash val="solid"/>
            <a:round/>
            <a:headEnd len="med" w="med" type="none"/>
            <a:tailEnd len="med" w="med" type="none"/>
          </a:ln>
        </p:spPr>
      </p:cxnSp>
      <p:sp>
        <p:nvSpPr>
          <p:cNvPr id="294" name="Google Shape;294;p29"/>
          <p:cNvSpPr/>
          <p:nvPr/>
        </p:nvSpPr>
        <p:spPr>
          <a:xfrm>
            <a:off x="4906777" y="3206438"/>
            <a:ext cx="78300" cy="7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29"/>
          <p:cNvSpPr/>
          <p:nvPr/>
        </p:nvSpPr>
        <p:spPr>
          <a:xfrm>
            <a:off x="747600" y="50"/>
            <a:ext cx="8396700" cy="1819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9"/>
          <p:cNvSpPr txBox="1"/>
          <p:nvPr>
            <p:ph type="title"/>
          </p:nvPr>
        </p:nvSpPr>
        <p:spPr>
          <a:xfrm>
            <a:off x="1037175" y="504938"/>
            <a:ext cx="3593700" cy="1171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Work Sans Medium"/>
              <a:buNone/>
              <a:defRPr>
                <a:solidFill>
                  <a:schemeClr val="lt1"/>
                </a:solidFill>
              </a:defRPr>
            </a:lvl1pPr>
            <a:lvl2pPr lvl="1">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297" name="Google Shape;297;p29"/>
          <p:cNvSpPr txBox="1"/>
          <p:nvPr>
            <p:ph idx="3" type="body"/>
          </p:nvPr>
        </p:nvSpPr>
        <p:spPr>
          <a:xfrm>
            <a:off x="1441193" y="3845125"/>
            <a:ext cx="1888200" cy="6024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Work Sans"/>
              <a:buChar char="●"/>
              <a:defRPr sz="1000"/>
            </a:lvl1pPr>
            <a:lvl2pPr indent="-292100" lvl="1" marL="914400" algn="ctr">
              <a:spcBef>
                <a:spcPts val="0"/>
              </a:spcBef>
              <a:spcAft>
                <a:spcPts val="0"/>
              </a:spcAft>
              <a:buSzPts val="1000"/>
              <a:buFont typeface="Work Sans"/>
              <a:buChar char="○"/>
              <a:defRPr sz="1000"/>
            </a:lvl2pPr>
            <a:lvl3pPr indent="-292100" lvl="2" marL="1371600" algn="ctr">
              <a:spcBef>
                <a:spcPts val="0"/>
              </a:spcBef>
              <a:spcAft>
                <a:spcPts val="0"/>
              </a:spcAft>
              <a:buSzPts val="1000"/>
              <a:buFont typeface="Work Sans"/>
              <a:buChar char="■"/>
              <a:defRPr sz="1000"/>
            </a:lvl3pPr>
            <a:lvl4pPr indent="-292100" lvl="3" marL="1828800" algn="ctr">
              <a:spcBef>
                <a:spcPts val="0"/>
              </a:spcBef>
              <a:spcAft>
                <a:spcPts val="0"/>
              </a:spcAft>
              <a:buSzPts val="1000"/>
              <a:buFont typeface="Work Sans"/>
              <a:buChar char="●"/>
              <a:defRPr sz="1000"/>
            </a:lvl4pPr>
            <a:lvl5pPr indent="-292100" lvl="4" marL="2286000" algn="ctr">
              <a:spcBef>
                <a:spcPts val="0"/>
              </a:spcBef>
              <a:spcAft>
                <a:spcPts val="0"/>
              </a:spcAft>
              <a:buSzPts val="1000"/>
              <a:buFont typeface="Work Sans"/>
              <a:buChar char="○"/>
              <a:defRPr sz="1000"/>
            </a:lvl5pPr>
            <a:lvl6pPr indent="-292100" lvl="5" marL="2743200" algn="ctr">
              <a:spcBef>
                <a:spcPts val="0"/>
              </a:spcBef>
              <a:spcAft>
                <a:spcPts val="0"/>
              </a:spcAft>
              <a:buSzPts val="1000"/>
              <a:buFont typeface="Work Sans"/>
              <a:buChar char="■"/>
              <a:defRPr sz="1000"/>
            </a:lvl6pPr>
            <a:lvl7pPr indent="-292100" lvl="6" marL="3200400" algn="ctr">
              <a:spcBef>
                <a:spcPts val="0"/>
              </a:spcBef>
              <a:spcAft>
                <a:spcPts val="0"/>
              </a:spcAft>
              <a:buSzPts val="1000"/>
              <a:buFont typeface="Work Sans"/>
              <a:buChar char="●"/>
              <a:defRPr sz="1000"/>
            </a:lvl7pPr>
            <a:lvl8pPr indent="-292100" lvl="7" marL="3657600" algn="ctr">
              <a:spcBef>
                <a:spcPts val="0"/>
              </a:spcBef>
              <a:spcAft>
                <a:spcPts val="0"/>
              </a:spcAft>
              <a:buSzPts val="1000"/>
              <a:buFont typeface="Work Sans"/>
              <a:buChar char="○"/>
              <a:defRPr sz="1000"/>
            </a:lvl8pPr>
            <a:lvl9pPr indent="-292100" lvl="8" marL="4114800" algn="ctr">
              <a:spcBef>
                <a:spcPts val="0"/>
              </a:spcBef>
              <a:spcAft>
                <a:spcPts val="0"/>
              </a:spcAft>
              <a:buSzPts val="1000"/>
              <a:buFont typeface="Work Sans"/>
              <a:buChar char="■"/>
              <a:defRPr sz="1000"/>
            </a:lvl9pPr>
          </a:lstStyle>
          <a:p/>
        </p:txBody>
      </p:sp>
      <p:sp>
        <p:nvSpPr>
          <p:cNvPr id="298" name="Google Shape;298;p29"/>
          <p:cNvSpPr txBox="1"/>
          <p:nvPr>
            <p:ph idx="4" type="body"/>
          </p:nvPr>
        </p:nvSpPr>
        <p:spPr>
          <a:xfrm>
            <a:off x="6562493" y="3845125"/>
            <a:ext cx="1888200" cy="6024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Work Sans"/>
              <a:buChar char="●"/>
              <a:defRPr sz="1000"/>
            </a:lvl1pPr>
            <a:lvl2pPr indent="-292100" lvl="1" marL="914400" algn="ctr">
              <a:spcBef>
                <a:spcPts val="0"/>
              </a:spcBef>
              <a:spcAft>
                <a:spcPts val="0"/>
              </a:spcAft>
              <a:buSzPts val="1000"/>
              <a:buFont typeface="Work Sans"/>
              <a:buChar char="○"/>
              <a:defRPr sz="1000"/>
            </a:lvl2pPr>
            <a:lvl3pPr indent="-292100" lvl="2" marL="1371600" algn="ctr">
              <a:spcBef>
                <a:spcPts val="0"/>
              </a:spcBef>
              <a:spcAft>
                <a:spcPts val="0"/>
              </a:spcAft>
              <a:buSzPts val="1000"/>
              <a:buFont typeface="Work Sans"/>
              <a:buChar char="■"/>
              <a:defRPr sz="1000"/>
            </a:lvl3pPr>
            <a:lvl4pPr indent="-292100" lvl="3" marL="1828800" algn="ctr">
              <a:spcBef>
                <a:spcPts val="0"/>
              </a:spcBef>
              <a:spcAft>
                <a:spcPts val="0"/>
              </a:spcAft>
              <a:buSzPts val="1000"/>
              <a:buFont typeface="Work Sans"/>
              <a:buChar char="●"/>
              <a:defRPr sz="1000"/>
            </a:lvl4pPr>
            <a:lvl5pPr indent="-292100" lvl="4" marL="2286000" algn="ctr">
              <a:spcBef>
                <a:spcPts val="0"/>
              </a:spcBef>
              <a:spcAft>
                <a:spcPts val="0"/>
              </a:spcAft>
              <a:buSzPts val="1000"/>
              <a:buFont typeface="Work Sans"/>
              <a:buChar char="○"/>
              <a:defRPr sz="1000"/>
            </a:lvl5pPr>
            <a:lvl6pPr indent="-292100" lvl="5" marL="2743200" algn="ctr">
              <a:spcBef>
                <a:spcPts val="0"/>
              </a:spcBef>
              <a:spcAft>
                <a:spcPts val="0"/>
              </a:spcAft>
              <a:buSzPts val="1000"/>
              <a:buFont typeface="Work Sans"/>
              <a:buChar char="■"/>
              <a:defRPr sz="1000"/>
            </a:lvl6pPr>
            <a:lvl7pPr indent="-292100" lvl="6" marL="3200400" algn="ctr">
              <a:spcBef>
                <a:spcPts val="0"/>
              </a:spcBef>
              <a:spcAft>
                <a:spcPts val="0"/>
              </a:spcAft>
              <a:buSzPts val="1000"/>
              <a:buFont typeface="Work Sans"/>
              <a:buChar char="●"/>
              <a:defRPr sz="1000"/>
            </a:lvl7pPr>
            <a:lvl8pPr indent="-292100" lvl="7" marL="3657600" algn="ctr">
              <a:spcBef>
                <a:spcPts val="0"/>
              </a:spcBef>
              <a:spcAft>
                <a:spcPts val="0"/>
              </a:spcAft>
              <a:buSzPts val="1000"/>
              <a:buFont typeface="Work Sans"/>
              <a:buChar char="○"/>
              <a:defRPr sz="1000"/>
            </a:lvl8pPr>
            <a:lvl9pPr indent="-292100" lvl="8" marL="4114800" algn="ctr">
              <a:spcBef>
                <a:spcPts val="0"/>
              </a:spcBef>
              <a:spcAft>
                <a:spcPts val="0"/>
              </a:spcAft>
              <a:buSzPts val="1000"/>
              <a:buFont typeface="Work Sans"/>
              <a:buChar char="■"/>
              <a:defRPr sz="1000"/>
            </a:lvl9pPr>
          </a:lstStyle>
          <a:p/>
        </p:txBody>
      </p:sp>
      <p:sp>
        <p:nvSpPr>
          <p:cNvPr id="299" name="Google Shape;299;p29"/>
          <p:cNvSpPr txBox="1"/>
          <p:nvPr>
            <p:ph idx="5" type="body"/>
          </p:nvPr>
        </p:nvSpPr>
        <p:spPr>
          <a:xfrm>
            <a:off x="4001850" y="4374050"/>
            <a:ext cx="1888200" cy="6024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Work Sans"/>
              <a:buChar char="●"/>
              <a:defRPr sz="1000"/>
            </a:lvl1pPr>
            <a:lvl2pPr indent="-292100" lvl="1" marL="914400" algn="ctr">
              <a:spcBef>
                <a:spcPts val="0"/>
              </a:spcBef>
              <a:spcAft>
                <a:spcPts val="0"/>
              </a:spcAft>
              <a:buSzPts val="1000"/>
              <a:buFont typeface="Work Sans"/>
              <a:buChar char="○"/>
              <a:defRPr sz="1000"/>
            </a:lvl2pPr>
            <a:lvl3pPr indent="-292100" lvl="2" marL="1371600" algn="ctr">
              <a:spcBef>
                <a:spcPts val="0"/>
              </a:spcBef>
              <a:spcAft>
                <a:spcPts val="0"/>
              </a:spcAft>
              <a:buSzPts val="1000"/>
              <a:buFont typeface="Work Sans"/>
              <a:buChar char="■"/>
              <a:defRPr sz="1000"/>
            </a:lvl3pPr>
            <a:lvl4pPr indent="-292100" lvl="3" marL="1828800" algn="ctr">
              <a:spcBef>
                <a:spcPts val="0"/>
              </a:spcBef>
              <a:spcAft>
                <a:spcPts val="0"/>
              </a:spcAft>
              <a:buSzPts val="1000"/>
              <a:buFont typeface="Work Sans"/>
              <a:buChar char="●"/>
              <a:defRPr sz="1000"/>
            </a:lvl4pPr>
            <a:lvl5pPr indent="-292100" lvl="4" marL="2286000" algn="ctr">
              <a:spcBef>
                <a:spcPts val="0"/>
              </a:spcBef>
              <a:spcAft>
                <a:spcPts val="0"/>
              </a:spcAft>
              <a:buSzPts val="1000"/>
              <a:buFont typeface="Work Sans"/>
              <a:buChar char="○"/>
              <a:defRPr sz="1000"/>
            </a:lvl5pPr>
            <a:lvl6pPr indent="-292100" lvl="5" marL="2743200" algn="ctr">
              <a:spcBef>
                <a:spcPts val="0"/>
              </a:spcBef>
              <a:spcAft>
                <a:spcPts val="0"/>
              </a:spcAft>
              <a:buSzPts val="1000"/>
              <a:buFont typeface="Work Sans"/>
              <a:buChar char="■"/>
              <a:defRPr sz="1000"/>
            </a:lvl6pPr>
            <a:lvl7pPr indent="-292100" lvl="6" marL="3200400" algn="ctr">
              <a:spcBef>
                <a:spcPts val="0"/>
              </a:spcBef>
              <a:spcAft>
                <a:spcPts val="0"/>
              </a:spcAft>
              <a:buSzPts val="1000"/>
              <a:buFont typeface="Work Sans"/>
              <a:buChar char="●"/>
              <a:defRPr sz="1000"/>
            </a:lvl7pPr>
            <a:lvl8pPr indent="-292100" lvl="7" marL="3657600" algn="ctr">
              <a:spcBef>
                <a:spcPts val="0"/>
              </a:spcBef>
              <a:spcAft>
                <a:spcPts val="0"/>
              </a:spcAft>
              <a:buSzPts val="1000"/>
              <a:buFont typeface="Work Sans"/>
              <a:buChar char="○"/>
              <a:defRPr sz="1000"/>
            </a:lvl8pPr>
            <a:lvl9pPr indent="-292100" lvl="8" marL="4114800" algn="ctr">
              <a:spcBef>
                <a:spcPts val="0"/>
              </a:spcBef>
              <a:spcAft>
                <a:spcPts val="0"/>
              </a:spcAft>
              <a:buSzPts val="1000"/>
              <a:buFont typeface="Work Sans"/>
              <a:buChar char="■"/>
              <a:defRPr sz="1000"/>
            </a:lvl9pPr>
          </a:lstStyle>
          <a:p/>
        </p:txBody>
      </p:sp>
      <p:sp>
        <p:nvSpPr>
          <p:cNvPr id="300" name="Google Shape;300;p29"/>
          <p:cNvSpPr txBox="1"/>
          <p:nvPr>
            <p:ph idx="6" type="title"/>
          </p:nvPr>
        </p:nvSpPr>
        <p:spPr>
          <a:xfrm>
            <a:off x="1441225" y="2783925"/>
            <a:ext cx="1888200" cy="923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a:latin typeface="Work Sans"/>
                <a:ea typeface="Work Sans"/>
                <a:cs typeface="Work Sans"/>
                <a:sym typeface="Work Sans"/>
              </a:defRPr>
            </a:lvl1pPr>
            <a:lvl2pPr lvl="1" algn="ctr">
              <a:spcBef>
                <a:spcPts val="0"/>
              </a:spcBef>
              <a:spcAft>
                <a:spcPts val="0"/>
              </a:spcAft>
              <a:buClr>
                <a:schemeClr val="dk1"/>
              </a:buClr>
              <a:buSzPts val="2400"/>
              <a:buFont typeface="Work Sans"/>
              <a:buNone/>
              <a:defRPr sz="2400">
                <a:solidFill>
                  <a:schemeClr val="dk1"/>
                </a:solidFill>
              </a:defRPr>
            </a:lvl2pPr>
            <a:lvl3pPr lvl="2" algn="ctr">
              <a:spcBef>
                <a:spcPts val="0"/>
              </a:spcBef>
              <a:spcAft>
                <a:spcPts val="0"/>
              </a:spcAft>
              <a:buClr>
                <a:schemeClr val="dk1"/>
              </a:buClr>
              <a:buSzPts val="2400"/>
              <a:buFont typeface="Work Sans"/>
              <a:buNone/>
              <a:defRPr sz="2400">
                <a:solidFill>
                  <a:schemeClr val="dk1"/>
                </a:solidFill>
              </a:defRPr>
            </a:lvl3pPr>
            <a:lvl4pPr lvl="3" algn="ctr">
              <a:spcBef>
                <a:spcPts val="0"/>
              </a:spcBef>
              <a:spcAft>
                <a:spcPts val="0"/>
              </a:spcAft>
              <a:buClr>
                <a:schemeClr val="dk1"/>
              </a:buClr>
              <a:buSzPts val="2400"/>
              <a:buFont typeface="Work Sans"/>
              <a:buNone/>
              <a:defRPr sz="2400">
                <a:solidFill>
                  <a:schemeClr val="dk1"/>
                </a:solidFill>
              </a:defRPr>
            </a:lvl4pPr>
            <a:lvl5pPr lvl="4" algn="ctr">
              <a:spcBef>
                <a:spcPts val="0"/>
              </a:spcBef>
              <a:spcAft>
                <a:spcPts val="0"/>
              </a:spcAft>
              <a:buClr>
                <a:schemeClr val="dk1"/>
              </a:buClr>
              <a:buSzPts val="2400"/>
              <a:buFont typeface="Work Sans"/>
              <a:buNone/>
              <a:defRPr sz="2400">
                <a:solidFill>
                  <a:schemeClr val="dk1"/>
                </a:solidFill>
              </a:defRPr>
            </a:lvl5pPr>
            <a:lvl6pPr lvl="5" algn="ctr">
              <a:spcBef>
                <a:spcPts val="0"/>
              </a:spcBef>
              <a:spcAft>
                <a:spcPts val="0"/>
              </a:spcAft>
              <a:buClr>
                <a:schemeClr val="dk1"/>
              </a:buClr>
              <a:buSzPts val="2400"/>
              <a:buFont typeface="Work Sans"/>
              <a:buNone/>
              <a:defRPr sz="2400">
                <a:solidFill>
                  <a:schemeClr val="dk1"/>
                </a:solidFill>
              </a:defRPr>
            </a:lvl6pPr>
            <a:lvl7pPr lvl="6" algn="ctr">
              <a:spcBef>
                <a:spcPts val="0"/>
              </a:spcBef>
              <a:spcAft>
                <a:spcPts val="0"/>
              </a:spcAft>
              <a:buClr>
                <a:schemeClr val="dk1"/>
              </a:buClr>
              <a:buSzPts val="2400"/>
              <a:buFont typeface="Work Sans"/>
              <a:buNone/>
              <a:defRPr sz="2400">
                <a:solidFill>
                  <a:schemeClr val="dk1"/>
                </a:solidFill>
              </a:defRPr>
            </a:lvl7pPr>
            <a:lvl8pPr lvl="7" algn="ctr">
              <a:spcBef>
                <a:spcPts val="0"/>
              </a:spcBef>
              <a:spcAft>
                <a:spcPts val="0"/>
              </a:spcAft>
              <a:buClr>
                <a:schemeClr val="dk1"/>
              </a:buClr>
              <a:buSzPts val="2400"/>
              <a:buFont typeface="Work Sans"/>
              <a:buNone/>
              <a:defRPr sz="2400">
                <a:solidFill>
                  <a:schemeClr val="dk1"/>
                </a:solidFill>
              </a:defRPr>
            </a:lvl8pPr>
            <a:lvl9pPr lvl="8" algn="ctr">
              <a:spcBef>
                <a:spcPts val="0"/>
              </a:spcBef>
              <a:spcAft>
                <a:spcPts val="0"/>
              </a:spcAft>
              <a:buClr>
                <a:schemeClr val="dk1"/>
              </a:buClr>
              <a:buSzPts val="2400"/>
              <a:buFont typeface="Work Sans"/>
              <a:buNone/>
              <a:defRPr sz="2400">
                <a:solidFill>
                  <a:schemeClr val="dk1"/>
                </a:solidFill>
              </a:defRPr>
            </a:lvl9pPr>
          </a:lstStyle>
          <a:p/>
        </p:txBody>
      </p:sp>
      <p:sp>
        <p:nvSpPr>
          <p:cNvPr id="301" name="Google Shape;301;p29"/>
          <p:cNvSpPr txBox="1"/>
          <p:nvPr>
            <p:ph idx="7" type="title"/>
          </p:nvPr>
        </p:nvSpPr>
        <p:spPr>
          <a:xfrm>
            <a:off x="6562425" y="2783925"/>
            <a:ext cx="1888200" cy="923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a:latin typeface="Work Sans"/>
                <a:ea typeface="Work Sans"/>
                <a:cs typeface="Work Sans"/>
                <a:sym typeface="Work Sans"/>
              </a:defRPr>
            </a:lvl1pPr>
            <a:lvl2pPr lvl="1" algn="ctr">
              <a:spcBef>
                <a:spcPts val="0"/>
              </a:spcBef>
              <a:spcAft>
                <a:spcPts val="0"/>
              </a:spcAft>
              <a:buClr>
                <a:schemeClr val="dk1"/>
              </a:buClr>
              <a:buSzPts val="2400"/>
              <a:buFont typeface="Work Sans"/>
              <a:buNone/>
              <a:defRPr sz="2400">
                <a:solidFill>
                  <a:schemeClr val="dk1"/>
                </a:solidFill>
              </a:defRPr>
            </a:lvl2pPr>
            <a:lvl3pPr lvl="2" algn="ctr">
              <a:spcBef>
                <a:spcPts val="0"/>
              </a:spcBef>
              <a:spcAft>
                <a:spcPts val="0"/>
              </a:spcAft>
              <a:buClr>
                <a:schemeClr val="dk1"/>
              </a:buClr>
              <a:buSzPts val="2400"/>
              <a:buFont typeface="Work Sans"/>
              <a:buNone/>
              <a:defRPr sz="2400">
                <a:solidFill>
                  <a:schemeClr val="dk1"/>
                </a:solidFill>
              </a:defRPr>
            </a:lvl3pPr>
            <a:lvl4pPr lvl="3" algn="ctr">
              <a:spcBef>
                <a:spcPts val="0"/>
              </a:spcBef>
              <a:spcAft>
                <a:spcPts val="0"/>
              </a:spcAft>
              <a:buClr>
                <a:schemeClr val="dk1"/>
              </a:buClr>
              <a:buSzPts val="2400"/>
              <a:buFont typeface="Work Sans"/>
              <a:buNone/>
              <a:defRPr sz="2400">
                <a:solidFill>
                  <a:schemeClr val="dk1"/>
                </a:solidFill>
              </a:defRPr>
            </a:lvl4pPr>
            <a:lvl5pPr lvl="4" algn="ctr">
              <a:spcBef>
                <a:spcPts val="0"/>
              </a:spcBef>
              <a:spcAft>
                <a:spcPts val="0"/>
              </a:spcAft>
              <a:buClr>
                <a:schemeClr val="dk1"/>
              </a:buClr>
              <a:buSzPts val="2400"/>
              <a:buFont typeface="Work Sans"/>
              <a:buNone/>
              <a:defRPr sz="2400">
                <a:solidFill>
                  <a:schemeClr val="dk1"/>
                </a:solidFill>
              </a:defRPr>
            </a:lvl5pPr>
            <a:lvl6pPr lvl="5" algn="ctr">
              <a:spcBef>
                <a:spcPts val="0"/>
              </a:spcBef>
              <a:spcAft>
                <a:spcPts val="0"/>
              </a:spcAft>
              <a:buClr>
                <a:schemeClr val="dk1"/>
              </a:buClr>
              <a:buSzPts val="2400"/>
              <a:buFont typeface="Work Sans"/>
              <a:buNone/>
              <a:defRPr sz="2400">
                <a:solidFill>
                  <a:schemeClr val="dk1"/>
                </a:solidFill>
              </a:defRPr>
            </a:lvl6pPr>
            <a:lvl7pPr lvl="6" algn="ctr">
              <a:spcBef>
                <a:spcPts val="0"/>
              </a:spcBef>
              <a:spcAft>
                <a:spcPts val="0"/>
              </a:spcAft>
              <a:buClr>
                <a:schemeClr val="dk1"/>
              </a:buClr>
              <a:buSzPts val="2400"/>
              <a:buFont typeface="Work Sans"/>
              <a:buNone/>
              <a:defRPr sz="2400">
                <a:solidFill>
                  <a:schemeClr val="dk1"/>
                </a:solidFill>
              </a:defRPr>
            </a:lvl7pPr>
            <a:lvl8pPr lvl="7" algn="ctr">
              <a:spcBef>
                <a:spcPts val="0"/>
              </a:spcBef>
              <a:spcAft>
                <a:spcPts val="0"/>
              </a:spcAft>
              <a:buClr>
                <a:schemeClr val="dk1"/>
              </a:buClr>
              <a:buSzPts val="2400"/>
              <a:buFont typeface="Work Sans"/>
              <a:buNone/>
              <a:defRPr sz="2400">
                <a:solidFill>
                  <a:schemeClr val="dk1"/>
                </a:solidFill>
              </a:defRPr>
            </a:lvl8pPr>
            <a:lvl9pPr lvl="8" algn="ctr">
              <a:spcBef>
                <a:spcPts val="0"/>
              </a:spcBef>
              <a:spcAft>
                <a:spcPts val="0"/>
              </a:spcAft>
              <a:buClr>
                <a:schemeClr val="dk1"/>
              </a:buClr>
              <a:buSzPts val="2400"/>
              <a:buFont typeface="Work Sans"/>
              <a:buNone/>
              <a:defRPr sz="2400">
                <a:solidFill>
                  <a:schemeClr val="dk1"/>
                </a:solidFill>
              </a:defRPr>
            </a:lvl9pPr>
          </a:lstStyle>
          <a:p/>
        </p:txBody>
      </p:sp>
      <p:sp>
        <p:nvSpPr>
          <p:cNvPr id="302" name="Google Shape;302;p29"/>
          <p:cNvSpPr txBox="1"/>
          <p:nvPr>
            <p:ph idx="8" type="subTitle"/>
          </p:nvPr>
        </p:nvSpPr>
        <p:spPr>
          <a:xfrm>
            <a:off x="1057550" y="187075"/>
            <a:ext cx="2893200" cy="66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03" name="Google Shape;303;p29"/>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
        <p:nvSpPr>
          <p:cNvPr id="304" name="Google Shape;304;p29"/>
          <p:cNvSpPr txBox="1"/>
          <p:nvPr>
            <p:ph idx="9" type="subTitle"/>
          </p:nvPr>
        </p:nvSpPr>
        <p:spPr>
          <a:xfrm>
            <a:off x="3979750" y="2131325"/>
            <a:ext cx="1956600" cy="324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05" name="Google Shape;305;p29"/>
          <p:cNvSpPr txBox="1"/>
          <p:nvPr>
            <p:ph idx="13" type="subTitle"/>
          </p:nvPr>
        </p:nvSpPr>
        <p:spPr>
          <a:xfrm>
            <a:off x="3967650" y="4042400"/>
            <a:ext cx="1956600" cy="324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wners — 3 Images">
  <p:cSld name="CUSTOM_2_1">
    <p:spTree>
      <p:nvGrpSpPr>
        <p:cNvPr id="306" name="Shape 306"/>
        <p:cNvGrpSpPr/>
        <p:nvPr/>
      </p:nvGrpSpPr>
      <p:grpSpPr>
        <a:xfrm>
          <a:off x="0" y="0"/>
          <a:ext cx="0" cy="0"/>
          <a:chOff x="0" y="0"/>
          <a:chExt cx="0" cy="0"/>
        </a:xfrm>
      </p:grpSpPr>
      <p:sp>
        <p:nvSpPr>
          <p:cNvPr id="307" name="Google Shape;307;p30"/>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0"/>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309" name="Google Shape;309;p30"/>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310" name="Google Shape;310;p30"/>
          <p:cNvSpPr/>
          <p:nvPr/>
        </p:nvSpPr>
        <p:spPr>
          <a:xfrm>
            <a:off x="747600" y="25"/>
            <a:ext cx="83964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1212"/>
              </a:solidFill>
            </a:endParaRPr>
          </a:p>
        </p:txBody>
      </p:sp>
      <p:sp>
        <p:nvSpPr>
          <p:cNvPr id="311" name="Google Shape;311;p30"/>
          <p:cNvSpPr/>
          <p:nvPr/>
        </p:nvSpPr>
        <p:spPr>
          <a:xfrm>
            <a:off x="5217300" y="2091600"/>
            <a:ext cx="3926400" cy="48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12" name="Google Shape;312;p30"/>
          <p:cNvSpPr/>
          <p:nvPr/>
        </p:nvSpPr>
        <p:spPr>
          <a:xfrm>
            <a:off x="5217300" y="4663450"/>
            <a:ext cx="1982100" cy="480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1"/>
              </a:solidFill>
            </a:endParaRPr>
          </a:p>
        </p:txBody>
      </p:sp>
      <p:sp>
        <p:nvSpPr>
          <p:cNvPr id="313" name="Google Shape;313;p30"/>
          <p:cNvSpPr/>
          <p:nvPr/>
        </p:nvSpPr>
        <p:spPr>
          <a:xfrm>
            <a:off x="7199400" y="4663450"/>
            <a:ext cx="1955700" cy="48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14" name="Google Shape;314;p30"/>
          <p:cNvSpPr txBox="1"/>
          <p:nvPr>
            <p:ph type="title"/>
          </p:nvPr>
        </p:nvSpPr>
        <p:spPr>
          <a:xfrm>
            <a:off x="957900" y="3370175"/>
            <a:ext cx="4083900" cy="1171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Work Sans Medium"/>
              <a:buNone/>
              <a:defRPr>
                <a:solidFill>
                  <a:schemeClr val="lt1"/>
                </a:solidFill>
              </a:defRPr>
            </a:lvl1pPr>
            <a:lvl2pPr lvl="1">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315" name="Google Shape;315;p30"/>
          <p:cNvSpPr/>
          <p:nvPr>
            <p:ph idx="3" type="pic"/>
          </p:nvPr>
        </p:nvSpPr>
        <p:spPr>
          <a:xfrm>
            <a:off x="5217700" y="50"/>
            <a:ext cx="3926400" cy="2091600"/>
          </a:xfrm>
          <a:prstGeom prst="rect">
            <a:avLst/>
          </a:prstGeom>
          <a:noFill/>
          <a:ln>
            <a:noFill/>
          </a:ln>
        </p:spPr>
      </p:sp>
      <p:sp>
        <p:nvSpPr>
          <p:cNvPr id="316" name="Google Shape;316;p30"/>
          <p:cNvSpPr/>
          <p:nvPr>
            <p:ph idx="4" type="pic"/>
          </p:nvPr>
        </p:nvSpPr>
        <p:spPr>
          <a:xfrm>
            <a:off x="7199400" y="2571950"/>
            <a:ext cx="1955700" cy="2091600"/>
          </a:xfrm>
          <a:prstGeom prst="rect">
            <a:avLst/>
          </a:prstGeom>
          <a:noFill/>
          <a:ln>
            <a:noFill/>
          </a:ln>
        </p:spPr>
      </p:sp>
      <p:sp>
        <p:nvSpPr>
          <p:cNvPr id="317" name="Google Shape;317;p30"/>
          <p:cNvSpPr/>
          <p:nvPr>
            <p:ph idx="5" type="pic"/>
          </p:nvPr>
        </p:nvSpPr>
        <p:spPr>
          <a:xfrm>
            <a:off x="5217300" y="2571950"/>
            <a:ext cx="1982100" cy="2091600"/>
          </a:xfrm>
          <a:prstGeom prst="rect">
            <a:avLst/>
          </a:prstGeom>
          <a:noFill/>
          <a:ln>
            <a:noFill/>
          </a:ln>
        </p:spPr>
      </p:sp>
      <p:sp>
        <p:nvSpPr>
          <p:cNvPr id="318" name="Google Shape;318;p30"/>
          <p:cNvSpPr txBox="1"/>
          <p:nvPr>
            <p:ph idx="6" type="subTitle"/>
          </p:nvPr>
        </p:nvSpPr>
        <p:spPr>
          <a:xfrm>
            <a:off x="5345450" y="2173100"/>
            <a:ext cx="2045100" cy="317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19" name="Google Shape;319;p30"/>
          <p:cNvSpPr txBox="1"/>
          <p:nvPr>
            <p:ph idx="7" type="subTitle"/>
          </p:nvPr>
        </p:nvSpPr>
        <p:spPr>
          <a:xfrm>
            <a:off x="5345450" y="4745000"/>
            <a:ext cx="1641300" cy="3174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20" name="Google Shape;320;p30"/>
          <p:cNvSpPr txBox="1"/>
          <p:nvPr>
            <p:ph idx="8" type="subTitle"/>
          </p:nvPr>
        </p:nvSpPr>
        <p:spPr>
          <a:xfrm>
            <a:off x="7263150" y="4745000"/>
            <a:ext cx="1854000" cy="317400"/>
          </a:xfrm>
          <a:prstGeom prst="rect">
            <a:avLst/>
          </a:prstGeom>
        </p:spPr>
        <p:txBody>
          <a:bodyPr anchorCtr="0" anchor="ctr" bIns="91425" lIns="91425" spcFirstLastPara="1" rIns="91425" wrap="square" tIns="91425">
            <a:noAutofit/>
          </a:bodyPr>
          <a:lstStyle>
            <a:lvl1pPr lvl="0">
              <a:spcBef>
                <a:spcPts val="0"/>
              </a:spcBef>
              <a:spcAft>
                <a:spcPts val="0"/>
              </a:spcAft>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21" name="Google Shape;321;p30"/>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wners — 2 Images">
  <p:cSld name="CUSTOM_2_1_1">
    <p:bg>
      <p:bgPr>
        <a:solidFill>
          <a:schemeClr val="accent3"/>
        </a:solidFill>
      </p:bgPr>
    </p:bg>
    <p:spTree>
      <p:nvGrpSpPr>
        <p:cNvPr id="322" name="Shape 322"/>
        <p:cNvGrpSpPr/>
        <p:nvPr/>
      </p:nvGrpSpPr>
      <p:grpSpPr>
        <a:xfrm>
          <a:off x="0" y="0"/>
          <a:ext cx="0" cy="0"/>
          <a:chOff x="0" y="0"/>
          <a:chExt cx="0" cy="0"/>
        </a:xfrm>
      </p:grpSpPr>
      <p:sp>
        <p:nvSpPr>
          <p:cNvPr id="323" name="Google Shape;323;p31"/>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1"/>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325" name="Google Shape;325;p31"/>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326" name="Google Shape;326;p31"/>
          <p:cNvSpPr/>
          <p:nvPr/>
        </p:nvSpPr>
        <p:spPr>
          <a:xfrm>
            <a:off x="5270900" y="4663450"/>
            <a:ext cx="3884100" cy="48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27" name="Google Shape;327;p31"/>
          <p:cNvSpPr txBox="1"/>
          <p:nvPr>
            <p:ph type="title"/>
          </p:nvPr>
        </p:nvSpPr>
        <p:spPr>
          <a:xfrm>
            <a:off x="957900" y="3370175"/>
            <a:ext cx="4083900" cy="1171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Work Sans Medium"/>
              <a:buNone/>
              <a:defRPr>
                <a:solidFill>
                  <a:schemeClr val="lt1"/>
                </a:solidFill>
              </a:defRPr>
            </a:lvl1pPr>
            <a:lvl2pPr lvl="1">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328" name="Google Shape;328;p31"/>
          <p:cNvSpPr txBox="1"/>
          <p:nvPr>
            <p:ph idx="3" type="subTitle"/>
          </p:nvPr>
        </p:nvSpPr>
        <p:spPr>
          <a:xfrm>
            <a:off x="957900" y="2912525"/>
            <a:ext cx="2045100" cy="317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29" name="Google Shape;329;p31"/>
          <p:cNvSpPr/>
          <p:nvPr>
            <p:ph idx="4" type="pic"/>
          </p:nvPr>
        </p:nvSpPr>
        <p:spPr>
          <a:xfrm>
            <a:off x="5270875" y="50"/>
            <a:ext cx="3873000" cy="2112300"/>
          </a:xfrm>
          <a:prstGeom prst="rect">
            <a:avLst/>
          </a:prstGeom>
          <a:noFill/>
          <a:ln>
            <a:noFill/>
          </a:ln>
        </p:spPr>
      </p:sp>
      <p:sp>
        <p:nvSpPr>
          <p:cNvPr id="330" name="Google Shape;330;p31"/>
          <p:cNvSpPr/>
          <p:nvPr>
            <p:ph idx="5" type="pic"/>
          </p:nvPr>
        </p:nvSpPr>
        <p:spPr>
          <a:xfrm>
            <a:off x="5270900" y="2571950"/>
            <a:ext cx="3884100" cy="2091600"/>
          </a:xfrm>
          <a:prstGeom prst="rect">
            <a:avLst/>
          </a:prstGeom>
          <a:noFill/>
          <a:ln>
            <a:noFill/>
          </a:ln>
        </p:spPr>
      </p:sp>
      <p:sp>
        <p:nvSpPr>
          <p:cNvPr id="331" name="Google Shape;331;p31"/>
          <p:cNvSpPr txBox="1"/>
          <p:nvPr>
            <p:ph idx="6" type="subTitle"/>
          </p:nvPr>
        </p:nvSpPr>
        <p:spPr>
          <a:xfrm>
            <a:off x="5345450" y="4745000"/>
            <a:ext cx="3653100" cy="317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Clr>
                <a:schemeClr val="dk1"/>
              </a:buClr>
              <a:buSzPts val="1200"/>
              <a:buNone/>
              <a:defRPr/>
            </a:lvl2pPr>
            <a:lvl3pPr lvl="2">
              <a:spcBef>
                <a:spcPts val="0"/>
              </a:spcBef>
              <a:spcAft>
                <a:spcPts val="0"/>
              </a:spcAft>
              <a:buClr>
                <a:schemeClr val="dk1"/>
              </a:buClr>
              <a:buSzPts val="1200"/>
              <a:buNone/>
              <a:defRPr/>
            </a:lvl3pPr>
            <a:lvl4pPr lvl="3">
              <a:spcBef>
                <a:spcPts val="0"/>
              </a:spcBef>
              <a:spcAft>
                <a:spcPts val="0"/>
              </a:spcAft>
              <a:buClr>
                <a:schemeClr val="dk1"/>
              </a:buClr>
              <a:buSzPts val="1200"/>
              <a:buNone/>
              <a:defRPr/>
            </a:lvl4pPr>
            <a:lvl5pPr lvl="4">
              <a:spcBef>
                <a:spcPts val="0"/>
              </a:spcBef>
              <a:spcAft>
                <a:spcPts val="0"/>
              </a:spcAft>
              <a:buClr>
                <a:schemeClr val="dk1"/>
              </a:buClr>
              <a:buSzPts val="1200"/>
              <a:buNone/>
              <a:defRPr/>
            </a:lvl5pPr>
            <a:lvl6pPr lvl="5">
              <a:spcBef>
                <a:spcPts val="0"/>
              </a:spcBef>
              <a:spcAft>
                <a:spcPts val="0"/>
              </a:spcAft>
              <a:buClr>
                <a:schemeClr val="dk1"/>
              </a:buClr>
              <a:buSzPts val="1200"/>
              <a:buNone/>
              <a:defRPr/>
            </a:lvl6pPr>
            <a:lvl7pPr lvl="6">
              <a:spcBef>
                <a:spcPts val="0"/>
              </a:spcBef>
              <a:spcAft>
                <a:spcPts val="0"/>
              </a:spcAft>
              <a:buClr>
                <a:schemeClr val="dk1"/>
              </a:buClr>
              <a:buSzPts val="1200"/>
              <a:buNone/>
              <a:defRPr/>
            </a:lvl7pPr>
            <a:lvl8pPr lvl="7">
              <a:spcBef>
                <a:spcPts val="0"/>
              </a:spcBef>
              <a:spcAft>
                <a:spcPts val="0"/>
              </a:spcAft>
              <a:buClr>
                <a:schemeClr val="dk1"/>
              </a:buClr>
              <a:buSzPts val="1200"/>
              <a:buNone/>
              <a:defRPr/>
            </a:lvl8pPr>
            <a:lvl9pPr lvl="8">
              <a:spcBef>
                <a:spcPts val="0"/>
              </a:spcBef>
              <a:spcAft>
                <a:spcPts val="0"/>
              </a:spcAft>
              <a:buClr>
                <a:schemeClr val="dk1"/>
              </a:buClr>
              <a:buSzPts val="1200"/>
              <a:buNone/>
              <a:defRPr/>
            </a:lvl9pPr>
          </a:lstStyle>
          <a:p/>
        </p:txBody>
      </p:sp>
      <p:sp>
        <p:nvSpPr>
          <p:cNvPr id="332" name="Google Shape;332;p31"/>
          <p:cNvSpPr/>
          <p:nvPr/>
        </p:nvSpPr>
        <p:spPr>
          <a:xfrm>
            <a:off x="5270900" y="2091625"/>
            <a:ext cx="3873000" cy="48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33" name="Google Shape;333;p31"/>
          <p:cNvSpPr txBox="1"/>
          <p:nvPr>
            <p:ph idx="7" type="subTitle"/>
          </p:nvPr>
        </p:nvSpPr>
        <p:spPr>
          <a:xfrm>
            <a:off x="5345450" y="2173100"/>
            <a:ext cx="3653100" cy="317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Clr>
                <a:schemeClr val="dk1"/>
              </a:buClr>
              <a:buSzPts val="1200"/>
              <a:buNone/>
              <a:defRPr/>
            </a:lvl2pPr>
            <a:lvl3pPr lvl="2">
              <a:spcBef>
                <a:spcPts val="0"/>
              </a:spcBef>
              <a:spcAft>
                <a:spcPts val="0"/>
              </a:spcAft>
              <a:buClr>
                <a:schemeClr val="dk1"/>
              </a:buClr>
              <a:buSzPts val="1200"/>
              <a:buNone/>
              <a:defRPr/>
            </a:lvl3pPr>
            <a:lvl4pPr lvl="3">
              <a:spcBef>
                <a:spcPts val="0"/>
              </a:spcBef>
              <a:spcAft>
                <a:spcPts val="0"/>
              </a:spcAft>
              <a:buClr>
                <a:schemeClr val="dk1"/>
              </a:buClr>
              <a:buSzPts val="1200"/>
              <a:buNone/>
              <a:defRPr/>
            </a:lvl4pPr>
            <a:lvl5pPr lvl="4">
              <a:spcBef>
                <a:spcPts val="0"/>
              </a:spcBef>
              <a:spcAft>
                <a:spcPts val="0"/>
              </a:spcAft>
              <a:buClr>
                <a:schemeClr val="dk1"/>
              </a:buClr>
              <a:buSzPts val="1200"/>
              <a:buNone/>
              <a:defRPr/>
            </a:lvl5pPr>
            <a:lvl6pPr lvl="5">
              <a:spcBef>
                <a:spcPts val="0"/>
              </a:spcBef>
              <a:spcAft>
                <a:spcPts val="0"/>
              </a:spcAft>
              <a:buClr>
                <a:schemeClr val="dk1"/>
              </a:buClr>
              <a:buSzPts val="1200"/>
              <a:buNone/>
              <a:defRPr/>
            </a:lvl6pPr>
            <a:lvl7pPr lvl="6">
              <a:spcBef>
                <a:spcPts val="0"/>
              </a:spcBef>
              <a:spcAft>
                <a:spcPts val="0"/>
              </a:spcAft>
              <a:buClr>
                <a:schemeClr val="dk1"/>
              </a:buClr>
              <a:buSzPts val="1200"/>
              <a:buNone/>
              <a:defRPr/>
            </a:lvl7pPr>
            <a:lvl8pPr lvl="7">
              <a:spcBef>
                <a:spcPts val="0"/>
              </a:spcBef>
              <a:spcAft>
                <a:spcPts val="0"/>
              </a:spcAft>
              <a:buClr>
                <a:schemeClr val="dk1"/>
              </a:buClr>
              <a:buSzPts val="1200"/>
              <a:buNone/>
              <a:defRPr/>
            </a:lvl8pPr>
            <a:lvl9pPr lvl="8">
              <a:spcBef>
                <a:spcPts val="0"/>
              </a:spcBef>
              <a:spcAft>
                <a:spcPts val="0"/>
              </a:spcAft>
              <a:buClr>
                <a:schemeClr val="dk1"/>
              </a:buClr>
              <a:buSzPts val="1200"/>
              <a:buNone/>
              <a:defRPr/>
            </a:lvl9pPr>
          </a:lstStyle>
          <a:p/>
        </p:txBody>
      </p:sp>
      <p:sp>
        <p:nvSpPr>
          <p:cNvPr id="334" name="Google Shape;334;p31"/>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Timeline">
  <p:cSld name="CUSTOM_2_1_1_1">
    <p:spTree>
      <p:nvGrpSpPr>
        <p:cNvPr id="335" name="Shape 335"/>
        <p:cNvGrpSpPr/>
        <p:nvPr/>
      </p:nvGrpSpPr>
      <p:grpSpPr>
        <a:xfrm>
          <a:off x="0" y="0"/>
          <a:ext cx="0" cy="0"/>
          <a:chOff x="0" y="0"/>
          <a:chExt cx="0" cy="0"/>
        </a:xfrm>
      </p:grpSpPr>
      <p:sp>
        <p:nvSpPr>
          <p:cNvPr id="336" name="Google Shape;336;p32"/>
          <p:cNvSpPr txBox="1"/>
          <p:nvPr>
            <p:ph type="title"/>
          </p:nvPr>
        </p:nvSpPr>
        <p:spPr>
          <a:xfrm>
            <a:off x="880700" y="327200"/>
            <a:ext cx="1799400" cy="8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6000"/>
              <a:buFont typeface="Work Sans Medium"/>
              <a:buNone/>
              <a:defRPr sz="6000"/>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337" name="Google Shape;337;p32"/>
          <p:cNvSpPr txBox="1"/>
          <p:nvPr>
            <p:ph idx="2" type="title"/>
          </p:nvPr>
        </p:nvSpPr>
        <p:spPr>
          <a:xfrm>
            <a:off x="2813200" y="327200"/>
            <a:ext cx="1799400" cy="8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6000"/>
              <a:buFont typeface="Work Sans Medium"/>
              <a:buNone/>
              <a:defRPr sz="6000"/>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338" name="Google Shape;338;p32"/>
          <p:cNvSpPr txBox="1"/>
          <p:nvPr>
            <p:ph idx="3" type="title"/>
          </p:nvPr>
        </p:nvSpPr>
        <p:spPr>
          <a:xfrm>
            <a:off x="4745700" y="327200"/>
            <a:ext cx="1799400" cy="8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6000"/>
              <a:buFont typeface="Work Sans Medium"/>
              <a:buNone/>
              <a:defRPr sz="6000"/>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339" name="Google Shape;339;p32"/>
          <p:cNvSpPr txBox="1"/>
          <p:nvPr>
            <p:ph idx="4" type="title"/>
          </p:nvPr>
        </p:nvSpPr>
        <p:spPr>
          <a:xfrm>
            <a:off x="6678200" y="327200"/>
            <a:ext cx="1799400" cy="8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6000"/>
              <a:buFont typeface="Work Sans Medium"/>
              <a:buNone/>
              <a:defRPr sz="6000"/>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340" name="Google Shape;340;p32"/>
          <p:cNvSpPr txBox="1"/>
          <p:nvPr>
            <p:ph idx="1" type="subTitle"/>
          </p:nvPr>
        </p:nvSpPr>
        <p:spPr>
          <a:xfrm>
            <a:off x="957900" y="145525"/>
            <a:ext cx="2534700" cy="31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Clr>
                <a:schemeClr val="dk1"/>
              </a:buClr>
              <a:buSzPts val="1200"/>
              <a:buNone/>
              <a:defRPr/>
            </a:lvl2pPr>
            <a:lvl3pPr lvl="2">
              <a:spcBef>
                <a:spcPts val="0"/>
              </a:spcBef>
              <a:spcAft>
                <a:spcPts val="0"/>
              </a:spcAft>
              <a:buClr>
                <a:schemeClr val="dk1"/>
              </a:buClr>
              <a:buSzPts val="1200"/>
              <a:buNone/>
              <a:defRPr/>
            </a:lvl3pPr>
            <a:lvl4pPr lvl="3">
              <a:spcBef>
                <a:spcPts val="0"/>
              </a:spcBef>
              <a:spcAft>
                <a:spcPts val="0"/>
              </a:spcAft>
              <a:buClr>
                <a:schemeClr val="dk1"/>
              </a:buClr>
              <a:buSzPts val="1200"/>
              <a:buNone/>
              <a:defRPr/>
            </a:lvl4pPr>
            <a:lvl5pPr lvl="4">
              <a:spcBef>
                <a:spcPts val="0"/>
              </a:spcBef>
              <a:spcAft>
                <a:spcPts val="0"/>
              </a:spcAft>
              <a:buClr>
                <a:schemeClr val="dk1"/>
              </a:buClr>
              <a:buSzPts val="1200"/>
              <a:buNone/>
              <a:defRPr/>
            </a:lvl5pPr>
            <a:lvl6pPr lvl="5">
              <a:spcBef>
                <a:spcPts val="0"/>
              </a:spcBef>
              <a:spcAft>
                <a:spcPts val="0"/>
              </a:spcAft>
              <a:buClr>
                <a:schemeClr val="dk1"/>
              </a:buClr>
              <a:buSzPts val="1200"/>
              <a:buNone/>
              <a:defRPr/>
            </a:lvl6pPr>
            <a:lvl7pPr lvl="6">
              <a:spcBef>
                <a:spcPts val="0"/>
              </a:spcBef>
              <a:spcAft>
                <a:spcPts val="0"/>
              </a:spcAft>
              <a:buClr>
                <a:schemeClr val="dk1"/>
              </a:buClr>
              <a:buSzPts val="1200"/>
              <a:buNone/>
              <a:defRPr/>
            </a:lvl7pPr>
            <a:lvl8pPr lvl="7">
              <a:spcBef>
                <a:spcPts val="0"/>
              </a:spcBef>
              <a:spcAft>
                <a:spcPts val="0"/>
              </a:spcAft>
              <a:buClr>
                <a:schemeClr val="dk1"/>
              </a:buClr>
              <a:buSzPts val="1200"/>
              <a:buNone/>
              <a:defRPr/>
            </a:lvl8pPr>
            <a:lvl9pPr lvl="8">
              <a:spcBef>
                <a:spcPts val="0"/>
              </a:spcBef>
              <a:spcAft>
                <a:spcPts val="0"/>
              </a:spcAft>
              <a:buClr>
                <a:schemeClr val="dk1"/>
              </a:buClr>
              <a:buSzPts val="1200"/>
              <a:buNone/>
              <a:defRPr/>
            </a:lvl9pPr>
          </a:lstStyle>
          <a:p/>
        </p:txBody>
      </p:sp>
      <p:sp>
        <p:nvSpPr>
          <p:cNvPr id="341" name="Google Shape;341;p32"/>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2"/>
          <p:cNvSpPr txBox="1"/>
          <p:nvPr>
            <p:ph idx="5"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343" name="Google Shape;343;p32"/>
          <p:cNvSpPr txBox="1"/>
          <p:nvPr>
            <p:ph idx="6"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344" name="Google Shape;344;p32"/>
          <p:cNvSpPr/>
          <p:nvPr/>
        </p:nvSpPr>
        <p:spPr>
          <a:xfrm>
            <a:off x="1003250" y="1399650"/>
            <a:ext cx="1634400" cy="338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endParaRPr>
          </a:p>
        </p:txBody>
      </p:sp>
      <p:sp>
        <p:nvSpPr>
          <p:cNvPr id="345" name="Google Shape;345;p32"/>
          <p:cNvSpPr/>
          <p:nvPr/>
        </p:nvSpPr>
        <p:spPr>
          <a:xfrm>
            <a:off x="2921858" y="1399650"/>
            <a:ext cx="1634400" cy="338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346" name="Google Shape;346;p32"/>
          <p:cNvSpPr/>
          <p:nvPr/>
        </p:nvSpPr>
        <p:spPr>
          <a:xfrm>
            <a:off x="4840467" y="1399650"/>
            <a:ext cx="1634400" cy="338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347" name="Google Shape;347;p32"/>
          <p:cNvSpPr/>
          <p:nvPr/>
        </p:nvSpPr>
        <p:spPr>
          <a:xfrm>
            <a:off x="6759075" y="1399650"/>
            <a:ext cx="1634400" cy="33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348" name="Google Shape;348;p32"/>
          <p:cNvSpPr txBox="1"/>
          <p:nvPr>
            <p:ph idx="7" type="subTitle"/>
          </p:nvPr>
        </p:nvSpPr>
        <p:spPr>
          <a:xfrm>
            <a:off x="1000275" y="1410300"/>
            <a:ext cx="1634400" cy="317400"/>
          </a:xfrm>
          <a:prstGeom prst="rect">
            <a:avLst/>
          </a:prstGeom>
          <a:noFill/>
        </p:spPr>
        <p:txBody>
          <a:bodyPr anchorCtr="0" anchor="t" bIns="91425" lIns="91425" spcFirstLastPara="1" rIns="91425" wrap="square" tIns="91425">
            <a:noAutofit/>
          </a:bodyPr>
          <a:lstStyle>
            <a:lvl1pPr lvl="0">
              <a:spcBef>
                <a:spcPts val="0"/>
              </a:spcBef>
              <a:spcAft>
                <a:spcPts val="0"/>
              </a:spcAft>
              <a:buClr>
                <a:schemeClr val="dk1"/>
              </a:buClr>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Clr>
                <a:schemeClr val="dk1"/>
              </a:buClr>
              <a:buSzPts val="1000"/>
              <a:buNone/>
              <a:defRPr sz="1000"/>
            </a:lvl2pPr>
            <a:lvl3pPr lvl="2">
              <a:spcBef>
                <a:spcPts val="0"/>
              </a:spcBef>
              <a:spcAft>
                <a:spcPts val="0"/>
              </a:spcAft>
              <a:buClr>
                <a:schemeClr val="dk1"/>
              </a:buClr>
              <a:buSzPts val="1000"/>
              <a:buNone/>
              <a:defRPr sz="1000"/>
            </a:lvl3pPr>
            <a:lvl4pPr lvl="3">
              <a:spcBef>
                <a:spcPts val="0"/>
              </a:spcBef>
              <a:spcAft>
                <a:spcPts val="0"/>
              </a:spcAft>
              <a:buClr>
                <a:schemeClr val="dk1"/>
              </a:buClr>
              <a:buSzPts val="1000"/>
              <a:buNone/>
              <a:defRPr sz="1000"/>
            </a:lvl4pPr>
            <a:lvl5pPr lvl="4">
              <a:spcBef>
                <a:spcPts val="0"/>
              </a:spcBef>
              <a:spcAft>
                <a:spcPts val="0"/>
              </a:spcAft>
              <a:buClr>
                <a:schemeClr val="dk1"/>
              </a:buClr>
              <a:buSzPts val="1000"/>
              <a:buNone/>
              <a:defRPr sz="1000"/>
            </a:lvl5pPr>
            <a:lvl6pPr lvl="5">
              <a:spcBef>
                <a:spcPts val="0"/>
              </a:spcBef>
              <a:spcAft>
                <a:spcPts val="0"/>
              </a:spcAft>
              <a:buClr>
                <a:schemeClr val="dk1"/>
              </a:buClr>
              <a:buSzPts val="1000"/>
              <a:buNone/>
              <a:defRPr sz="1000"/>
            </a:lvl6pPr>
            <a:lvl7pPr lvl="6">
              <a:spcBef>
                <a:spcPts val="0"/>
              </a:spcBef>
              <a:spcAft>
                <a:spcPts val="0"/>
              </a:spcAft>
              <a:buClr>
                <a:schemeClr val="dk1"/>
              </a:buClr>
              <a:buSzPts val="1000"/>
              <a:buNone/>
              <a:defRPr sz="1000"/>
            </a:lvl7pPr>
            <a:lvl8pPr lvl="7">
              <a:spcBef>
                <a:spcPts val="0"/>
              </a:spcBef>
              <a:spcAft>
                <a:spcPts val="0"/>
              </a:spcAft>
              <a:buClr>
                <a:schemeClr val="dk1"/>
              </a:buClr>
              <a:buSzPts val="1000"/>
              <a:buNone/>
              <a:defRPr sz="1000"/>
            </a:lvl8pPr>
            <a:lvl9pPr lvl="8">
              <a:spcBef>
                <a:spcPts val="0"/>
              </a:spcBef>
              <a:spcAft>
                <a:spcPts val="0"/>
              </a:spcAft>
              <a:buClr>
                <a:schemeClr val="dk1"/>
              </a:buClr>
              <a:buSzPts val="1000"/>
              <a:buNone/>
              <a:defRPr sz="1000"/>
            </a:lvl9pPr>
          </a:lstStyle>
          <a:p/>
        </p:txBody>
      </p:sp>
      <p:sp>
        <p:nvSpPr>
          <p:cNvPr id="349" name="Google Shape;349;p32"/>
          <p:cNvSpPr txBox="1"/>
          <p:nvPr>
            <p:ph idx="8" type="subTitle"/>
          </p:nvPr>
        </p:nvSpPr>
        <p:spPr>
          <a:xfrm>
            <a:off x="2921875" y="1410300"/>
            <a:ext cx="1634400" cy="317400"/>
          </a:xfrm>
          <a:prstGeom prst="rect">
            <a:avLst/>
          </a:prstGeom>
          <a:noFill/>
        </p:spPr>
        <p:txBody>
          <a:bodyPr anchorCtr="0" anchor="t" bIns="91425" lIns="91425" spcFirstLastPara="1" rIns="91425" wrap="square" tIns="91425">
            <a:noAutofit/>
          </a:bodyPr>
          <a:lstStyle>
            <a:lvl1pPr lvl="0">
              <a:spcBef>
                <a:spcPts val="0"/>
              </a:spcBef>
              <a:spcAft>
                <a:spcPts val="0"/>
              </a:spcAft>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0" name="Google Shape;350;p32"/>
          <p:cNvSpPr txBox="1"/>
          <p:nvPr>
            <p:ph idx="9" type="subTitle"/>
          </p:nvPr>
        </p:nvSpPr>
        <p:spPr>
          <a:xfrm>
            <a:off x="4840475" y="1410300"/>
            <a:ext cx="1634400" cy="317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351" name="Google Shape;351;p32"/>
          <p:cNvSpPr txBox="1"/>
          <p:nvPr>
            <p:ph idx="13" type="subTitle"/>
          </p:nvPr>
        </p:nvSpPr>
        <p:spPr>
          <a:xfrm>
            <a:off x="6759075" y="1410300"/>
            <a:ext cx="16344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Work Sans Medium"/>
              <a:buNone/>
              <a:defRPr sz="1000">
                <a:latin typeface="Work Sans Medium"/>
                <a:ea typeface="Work Sans Medium"/>
                <a:cs typeface="Work Sans Medium"/>
                <a:sym typeface="Work Sans Medium"/>
              </a:defRPr>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2" name="Google Shape;352;p32"/>
          <p:cNvSpPr txBox="1"/>
          <p:nvPr>
            <p:ph idx="14" type="body"/>
          </p:nvPr>
        </p:nvSpPr>
        <p:spPr>
          <a:xfrm>
            <a:off x="942043" y="1811100"/>
            <a:ext cx="1676700" cy="602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Font typeface="Work Sans"/>
              <a:buChar char="●"/>
              <a:defRPr/>
            </a:lvl1pPr>
            <a:lvl2pPr indent="-304800" lvl="1" marL="914400">
              <a:spcBef>
                <a:spcPts val="0"/>
              </a:spcBef>
              <a:spcAft>
                <a:spcPts val="0"/>
              </a:spcAft>
              <a:buSzPts val="1200"/>
              <a:buFont typeface="Work Sans"/>
              <a:buChar char="○"/>
              <a:defRPr/>
            </a:lvl2pPr>
            <a:lvl3pPr indent="-304800" lvl="2" marL="1371600">
              <a:spcBef>
                <a:spcPts val="0"/>
              </a:spcBef>
              <a:spcAft>
                <a:spcPts val="0"/>
              </a:spcAft>
              <a:buSzPts val="1200"/>
              <a:buFont typeface="Work Sans"/>
              <a:buChar char="■"/>
              <a:defRPr/>
            </a:lvl3pPr>
            <a:lvl4pPr indent="-304800" lvl="3" marL="1828800">
              <a:spcBef>
                <a:spcPts val="0"/>
              </a:spcBef>
              <a:spcAft>
                <a:spcPts val="0"/>
              </a:spcAft>
              <a:buSzPts val="1200"/>
              <a:buFont typeface="Work Sans"/>
              <a:buChar char="●"/>
              <a:defRPr/>
            </a:lvl4pPr>
            <a:lvl5pPr indent="-304800" lvl="4" marL="2286000">
              <a:spcBef>
                <a:spcPts val="0"/>
              </a:spcBef>
              <a:spcAft>
                <a:spcPts val="0"/>
              </a:spcAft>
              <a:buSzPts val="1200"/>
              <a:buFont typeface="Work Sans"/>
              <a:buChar char="○"/>
              <a:defRPr/>
            </a:lvl5pPr>
            <a:lvl6pPr indent="-304800" lvl="5" marL="2743200">
              <a:spcBef>
                <a:spcPts val="0"/>
              </a:spcBef>
              <a:spcAft>
                <a:spcPts val="0"/>
              </a:spcAft>
              <a:buSzPts val="1200"/>
              <a:buFont typeface="Work Sans"/>
              <a:buChar char="■"/>
              <a:defRPr/>
            </a:lvl6pPr>
            <a:lvl7pPr indent="-304800" lvl="6" marL="3200400">
              <a:spcBef>
                <a:spcPts val="0"/>
              </a:spcBef>
              <a:spcAft>
                <a:spcPts val="0"/>
              </a:spcAft>
              <a:buSzPts val="1200"/>
              <a:buFont typeface="Work Sans"/>
              <a:buChar char="●"/>
              <a:defRPr/>
            </a:lvl7pPr>
            <a:lvl8pPr indent="-304800" lvl="7" marL="3657600">
              <a:spcBef>
                <a:spcPts val="0"/>
              </a:spcBef>
              <a:spcAft>
                <a:spcPts val="0"/>
              </a:spcAft>
              <a:buSzPts val="1200"/>
              <a:buFont typeface="Work Sans"/>
              <a:buChar char="○"/>
              <a:defRPr/>
            </a:lvl8pPr>
            <a:lvl9pPr indent="-304800" lvl="8" marL="4114800">
              <a:spcBef>
                <a:spcPts val="0"/>
              </a:spcBef>
              <a:spcAft>
                <a:spcPts val="0"/>
              </a:spcAft>
              <a:buSzPts val="1200"/>
              <a:buFont typeface="Work Sans"/>
              <a:buChar char="■"/>
              <a:defRPr/>
            </a:lvl9pPr>
          </a:lstStyle>
          <a:p/>
        </p:txBody>
      </p:sp>
      <p:sp>
        <p:nvSpPr>
          <p:cNvPr id="353" name="Google Shape;353;p32"/>
          <p:cNvSpPr txBox="1"/>
          <p:nvPr>
            <p:ph idx="15" type="body"/>
          </p:nvPr>
        </p:nvSpPr>
        <p:spPr>
          <a:xfrm>
            <a:off x="2874543" y="1811100"/>
            <a:ext cx="1676700" cy="602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Font typeface="Work Sans"/>
              <a:buChar char="●"/>
              <a:defRPr/>
            </a:lvl1pPr>
            <a:lvl2pPr indent="-304800" lvl="1" marL="914400">
              <a:spcBef>
                <a:spcPts val="0"/>
              </a:spcBef>
              <a:spcAft>
                <a:spcPts val="0"/>
              </a:spcAft>
              <a:buSzPts val="1200"/>
              <a:buFont typeface="Work Sans"/>
              <a:buChar char="○"/>
              <a:defRPr/>
            </a:lvl2pPr>
            <a:lvl3pPr indent="-304800" lvl="2" marL="1371600">
              <a:spcBef>
                <a:spcPts val="0"/>
              </a:spcBef>
              <a:spcAft>
                <a:spcPts val="0"/>
              </a:spcAft>
              <a:buSzPts val="1200"/>
              <a:buFont typeface="Work Sans"/>
              <a:buChar char="■"/>
              <a:defRPr/>
            </a:lvl3pPr>
            <a:lvl4pPr indent="-304800" lvl="3" marL="1828800">
              <a:spcBef>
                <a:spcPts val="0"/>
              </a:spcBef>
              <a:spcAft>
                <a:spcPts val="0"/>
              </a:spcAft>
              <a:buSzPts val="1200"/>
              <a:buFont typeface="Work Sans"/>
              <a:buChar char="●"/>
              <a:defRPr/>
            </a:lvl4pPr>
            <a:lvl5pPr indent="-304800" lvl="4" marL="2286000">
              <a:spcBef>
                <a:spcPts val="0"/>
              </a:spcBef>
              <a:spcAft>
                <a:spcPts val="0"/>
              </a:spcAft>
              <a:buSzPts val="1200"/>
              <a:buFont typeface="Work Sans"/>
              <a:buChar char="○"/>
              <a:defRPr/>
            </a:lvl5pPr>
            <a:lvl6pPr indent="-304800" lvl="5" marL="2743200">
              <a:spcBef>
                <a:spcPts val="0"/>
              </a:spcBef>
              <a:spcAft>
                <a:spcPts val="0"/>
              </a:spcAft>
              <a:buSzPts val="1200"/>
              <a:buFont typeface="Work Sans"/>
              <a:buChar char="■"/>
              <a:defRPr/>
            </a:lvl6pPr>
            <a:lvl7pPr indent="-304800" lvl="6" marL="3200400">
              <a:spcBef>
                <a:spcPts val="0"/>
              </a:spcBef>
              <a:spcAft>
                <a:spcPts val="0"/>
              </a:spcAft>
              <a:buSzPts val="1200"/>
              <a:buFont typeface="Work Sans"/>
              <a:buChar char="●"/>
              <a:defRPr/>
            </a:lvl7pPr>
            <a:lvl8pPr indent="-304800" lvl="7" marL="3657600">
              <a:spcBef>
                <a:spcPts val="0"/>
              </a:spcBef>
              <a:spcAft>
                <a:spcPts val="0"/>
              </a:spcAft>
              <a:buSzPts val="1200"/>
              <a:buFont typeface="Work Sans"/>
              <a:buChar char="○"/>
              <a:defRPr/>
            </a:lvl8pPr>
            <a:lvl9pPr indent="-304800" lvl="8" marL="4114800">
              <a:spcBef>
                <a:spcPts val="0"/>
              </a:spcBef>
              <a:spcAft>
                <a:spcPts val="0"/>
              </a:spcAft>
              <a:buSzPts val="1200"/>
              <a:buFont typeface="Work Sans"/>
              <a:buChar char="■"/>
              <a:defRPr/>
            </a:lvl9pPr>
          </a:lstStyle>
          <a:p/>
        </p:txBody>
      </p:sp>
      <p:sp>
        <p:nvSpPr>
          <p:cNvPr id="354" name="Google Shape;354;p32"/>
          <p:cNvSpPr txBox="1"/>
          <p:nvPr>
            <p:ph idx="16" type="body"/>
          </p:nvPr>
        </p:nvSpPr>
        <p:spPr>
          <a:xfrm>
            <a:off x="4819318" y="1811100"/>
            <a:ext cx="1676700" cy="602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Font typeface="Work Sans"/>
              <a:buChar char="●"/>
              <a:defRPr/>
            </a:lvl1pPr>
            <a:lvl2pPr indent="-304800" lvl="1" marL="914400">
              <a:spcBef>
                <a:spcPts val="0"/>
              </a:spcBef>
              <a:spcAft>
                <a:spcPts val="0"/>
              </a:spcAft>
              <a:buSzPts val="1200"/>
              <a:buFont typeface="Work Sans"/>
              <a:buChar char="○"/>
              <a:defRPr/>
            </a:lvl2pPr>
            <a:lvl3pPr indent="-304800" lvl="2" marL="1371600">
              <a:spcBef>
                <a:spcPts val="0"/>
              </a:spcBef>
              <a:spcAft>
                <a:spcPts val="0"/>
              </a:spcAft>
              <a:buSzPts val="1200"/>
              <a:buFont typeface="Work Sans"/>
              <a:buChar char="■"/>
              <a:defRPr/>
            </a:lvl3pPr>
            <a:lvl4pPr indent="-304800" lvl="3" marL="1828800">
              <a:spcBef>
                <a:spcPts val="0"/>
              </a:spcBef>
              <a:spcAft>
                <a:spcPts val="0"/>
              </a:spcAft>
              <a:buSzPts val="1200"/>
              <a:buFont typeface="Work Sans"/>
              <a:buChar char="●"/>
              <a:defRPr/>
            </a:lvl4pPr>
            <a:lvl5pPr indent="-304800" lvl="4" marL="2286000">
              <a:spcBef>
                <a:spcPts val="0"/>
              </a:spcBef>
              <a:spcAft>
                <a:spcPts val="0"/>
              </a:spcAft>
              <a:buSzPts val="1200"/>
              <a:buFont typeface="Work Sans"/>
              <a:buChar char="○"/>
              <a:defRPr/>
            </a:lvl5pPr>
            <a:lvl6pPr indent="-304800" lvl="5" marL="2743200">
              <a:spcBef>
                <a:spcPts val="0"/>
              </a:spcBef>
              <a:spcAft>
                <a:spcPts val="0"/>
              </a:spcAft>
              <a:buSzPts val="1200"/>
              <a:buFont typeface="Work Sans"/>
              <a:buChar char="■"/>
              <a:defRPr/>
            </a:lvl6pPr>
            <a:lvl7pPr indent="-304800" lvl="6" marL="3200400">
              <a:spcBef>
                <a:spcPts val="0"/>
              </a:spcBef>
              <a:spcAft>
                <a:spcPts val="0"/>
              </a:spcAft>
              <a:buSzPts val="1200"/>
              <a:buFont typeface="Work Sans"/>
              <a:buChar char="●"/>
              <a:defRPr/>
            </a:lvl7pPr>
            <a:lvl8pPr indent="-304800" lvl="7" marL="3657600">
              <a:spcBef>
                <a:spcPts val="0"/>
              </a:spcBef>
              <a:spcAft>
                <a:spcPts val="0"/>
              </a:spcAft>
              <a:buSzPts val="1200"/>
              <a:buFont typeface="Work Sans"/>
              <a:buChar char="○"/>
              <a:defRPr/>
            </a:lvl8pPr>
            <a:lvl9pPr indent="-304800" lvl="8" marL="4114800">
              <a:spcBef>
                <a:spcPts val="0"/>
              </a:spcBef>
              <a:spcAft>
                <a:spcPts val="0"/>
              </a:spcAft>
              <a:buSzPts val="1200"/>
              <a:buFont typeface="Work Sans"/>
              <a:buChar char="■"/>
              <a:defRPr/>
            </a:lvl9pPr>
          </a:lstStyle>
          <a:p/>
        </p:txBody>
      </p:sp>
      <p:sp>
        <p:nvSpPr>
          <p:cNvPr id="355" name="Google Shape;355;p32"/>
          <p:cNvSpPr txBox="1"/>
          <p:nvPr>
            <p:ph idx="17" type="body"/>
          </p:nvPr>
        </p:nvSpPr>
        <p:spPr>
          <a:xfrm>
            <a:off x="6764093" y="1811100"/>
            <a:ext cx="1676700" cy="602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Font typeface="Work Sans"/>
              <a:buChar char="●"/>
              <a:defRPr/>
            </a:lvl1pPr>
            <a:lvl2pPr indent="-304800" lvl="1" marL="914400">
              <a:spcBef>
                <a:spcPts val="0"/>
              </a:spcBef>
              <a:spcAft>
                <a:spcPts val="0"/>
              </a:spcAft>
              <a:buSzPts val="1200"/>
              <a:buFont typeface="Work Sans"/>
              <a:buChar char="○"/>
              <a:defRPr/>
            </a:lvl2pPr>
            <a:lvl3pPr indent="-304800" lvl="2" marL="1371600">
              <a:spcBef>
                <a:spcPts val="0"/>
              </a:spcBef>
              <a:spcAft>
                <a:spcPts val="0"/>
              </a:spcAft>
              <a:buSzPts val="1200"/>
              <a:buFont typeface="Work Sans"/>
              <a:buChar char="■"/>
              <a:defRPr/>
            </a:lvl3pPr>
            <a:lvl4pPr indent="-304800" lvl="3" marL="1828800">
              <a:spcBef>
                <a:spcPts val="0"/>
              </a:spcBef>
              <a:spcAft>
                <a:spcPts val="0"/>
              </a:spcAft>
              <a:buSzPts val="1200"/>
              <a:buFont typeface="Work Sans"/>
              <a:buChar char="●"/>
              <a:defRPr/>
            </a:lvl4pPr>
            <a:lvl5pPr indent="-304800" lvl="4" marL="2286000">
              <a:spcBef>
                <a:spcPts val="0"/>
              </a:spcBef>
              <a:spcAft>
                <a:spcPts val="0"/>
              </a:spcAft>
              <a:buSzPts val="1200"/>
              <a:buFont typeface="Work Sans"/>
              <a:buChar char="○"/>
              <a:defRPr/>
            </a:lvl5pPr>
            <a:lvl6pPr indent="-304800" lvl="5" marL="2743200">
              <a:spcBef>
                <a:spcPts val="0"/>
              </a:spcBef>
              <a:spcAft>
                <a:spcPts val="0"/>
              </a:spcAft>
              <a:buSzPts val="1200"/>
              <a:buFont typeface="Work Sans"/>
              <a:buChar char="■"/>
              <a:defRPr/>
            </a:lvl6pPr>
            <a:lvl7pPr indent="-304800" lvl="6" marL="3200400">
              <a:spcBef>
                <a:spcPts val="0"/>
              </a:spcBef>
              <a:spcAft>
                <a:spcPts val="0"/>
              </a:spcAft>
              <a:buSzPts val="1200"/>
              <a:buFont typeface="Work Sans"/>
              <a:buChar char="●"/>
              <a:defRPr/>
            </a:lvl7pPr>
            <a:lvl8pPr indent="-304800" lvl="7" marL="3657600">
              <a:spcBef>
                <a:spcPts val="0"/>
              </a:spcBef>
              <a:spcAft>
                <a:spcPts val="0"/>
              </a:spcAft>
              <a:buSzPts val="1200"/>
              <a:buFont typeface="Work Sans"/>
              <a:buChar char="○"/>
              <a:defRPr/>
            </a:lvl8pPr>
            <a:lvl9pPr indent="-304800" lvl="8" marL="4114800">
              <a:spcBef>
                <a:spcPts val="0"/>
              </a:spcBef>
              <a:spcAft>
                <a:spcPts val="0"/>
              </a:spcAft>
              <a:buSzPts val="1200"/>
              <a:buFont typeface="Work Sans"/>
              <a:buChar char="■"/>
              <a:defRPr/>
            </a:lvl9pPr>
          </a:lstStyle>
          <a:p/>
        </p:txBody>
      </p:sp>
      <p:sp>
        <p:nvSpPr>
          <p:cNvPr id="356" name="Google Shape;356;p32"/>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dget">
  <p:cSld name="CUSTOM_5">
    <p:bg>
      <p:bgPr>
        <a:solidFill>
          <a:schemeClr val="accent3"/>
        </a:solidFill>
      </p:bgPr>
    </p:bg>
    <p:spTree>
      <p:nvGrpSpPr>
        <p:cNvPr id="357" name="Shape 357"/>
        <p:cNvGrpSpPr/>
        <p:nvPr/>
      </p:nvGrpSpPr>
      <p:grpSpPr>
        <a:xfrm>
          <a:off x="0" y="0"/>
          <a:ext cx="0" cy="0"/>
          <a:chOff x="0" y="0"/>
          <a:chExt cx="0" cy="0"/>
        </a:xfrm>
      </p:grpSpPr>
      <p:sp>
        <p:nvSpPr>
          <p:cNvPr id="358" name="Google Shape;358;p33"/>
          <p:cNvSpPr txBox="1"/>
          <p:nvPr>
            <p:ph type="title"/>
          </p:nvPr>
        </p:nvSpPr>
        <p:spPr>
          <a:xfrm>
            <a:off x="938600" y="462925"/>
            <a:ext cx="4660800" cy="850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Font typeface="Work Sans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33"/>
          <p:cNvSpPr txBox="1"/>
          <p:nvPr>
            <p:ph idx="1" type="body"/>
          </p:nvPr>
        </p:nvSpPr>
        <p:spPr>
          <a:xfrm>
            <a:off x="938604" y="1328775"/>
            <a:ext cx="2902200" cy="60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Work Sans"/>
              <a:buChar char="●"/>
              <a:defRPr sz="1000">
                <a:solidFill>
                  <a:schemeClr val="lt1"/>
                </a:solidFill>
              </a:defRPr>
            </a:lvl1pPr>
            <a:lvl2pPr indent="-292100" lvl="1" marL="914400">
              <a:spcBef>
                <a:spcPts val="0"/>
              </a:spcBef>
              <a:spcAft>
                <a:spcPts val="0"/>
              </a:spcAft>
              <a:buClr>
                <a:schemeClr val="lt1"/>
              </a:buClr>
              <a:buSzPts val="1000"/>
              <a:buFont typeface="Work Sans"/>
              <a:buChar char="○"/>
              <a:defRPr sz="1000">
                <a:solidFill>
                  <a:schemeClr val="lt1"/>
                </a:solidFill>
              </a:defRPr>
            </a:lvl2pPr>
            <a:lvl3pPr indent="-292100" lvl="2" marL="1371600">
              <a:spcBef>
                <a:spcPts val="0"/>
              </a:spcBef>
              <a:spcAft>
                <a:spcPts val="0"/>
              </a:spcAft>
              <a:buClr>
                <a:schemeClr val="lt1"/>
              </a:buClr>
              <a:buSzPts val="1000"/>
              <a:buFont typeface="Work Sans"/>
              <a:buChar char="■"/>
              <a:defRPr sz="1000">
                <a:solidFill>
                  <a:schemeClr val="lt1"/>
                </a:solidFill>
              </a:defRPr>
            </a:lvl3pPr>
            <a:lvl4pPr indent="-292100" lvl="3" marL="1828800">
              <a:spcBef>
                <a:spcPts val="0"/>
              </a:spcBef>
              <a:spcAft>
                <a:spcPts val="0"/>
              </a:spcAft>
              <a:buClr>
                <a:schemeClr val="lt1"/>
              </a:buClr>
              <a:buSzPts val="1000"/>
              <a:buFont typeface="Work Sans"/>
              <a:buChar char="●"/>
              <a:defRPr sz="1000">
                <a:solidFill>
                  <a:schemeClr val="lt1"/>
                </a:solidFill>
              </a:defRPr>
            </a:lvl4pPr>
            <a:lvl5pPr indent="-292100" lvl="4" marL="2286000">
              <a:spcBef>
                <a:spcPts val="0"/>
              </a:spcBef>
              <a:spcAft>
                <a:spcPts val="0"/>
              </a:spcAft>
              <a:buClr>
                <a:schemeClr val="lt1"/>
              </a:buClr>
              <a:buSzPts val="1000"/>
              <a:buFont typeface="Work Sans"/>
              <a:buChar char="○"/>
              <a:defRPr sz="1000">
                <a:solidFill>
                  <a:schemeClr val="lt1"/>
                </a:solidFill>
              </a:defRPr>
            </a:lvl5pPr>
            <a:lvl6pPr indent="-292100" lvl="5" marL="2743200">
              <a:spcBef>
                <a:spcPts val="0"/>
              </a:spcBef>
              <a:spcAft>
                <a:spcPts val="0"/>
              </a:spcAft>
              <a:buClr>
                <a:schemeClr val="lt1"/>
              </a:buClr>
              <a:buSzPts val="1000"/>
              <a:buFont typeface="Work Sans"/>
              <a:buChar char="■"/>
              <a:defRPr sz="1000">
                <a:solidFill>
                  <a:schemeClr val="lt1"/>
                </a:solidFill>
              </a:defRPr>
            </a:lvl6pPr>
            <a:lvl7pPr indent="-292100" lvl="6" marL="3200400">
              <a:spcBef>
                <a:spcPts val="0"/>
              </a:spcBef>
              <a:spcAft>
                <a:spcPts val="0"/>
              </a:spcAft>
              <a:buClr>
                <a:schemeClr val="lt1"/>
              </a:buClr>
              <a:buSzPts val="1000"/>
              <a:buFont typeface="Work Sans"/>
              <a:buChar char="●"/>
              <a:defRPr sz="1000">
                <a:solidFill>
                  <a:schemeClr val="lt1"/>
                </a:solidFill>
              </a:defRPr>
            </a:lvl7pPr>
            <a:lvl8pPr indent="-292100" lvl="7" marL="3657600">
              <a:spcBef>
                <a:spcPts val="0"/>
              </a:spcBef>
              <a:spcAft>
                <a:spcPts val="0"/>
              </a:spcAft>
              <a:buClr>
                <a:schemeClr val="lt1"/>
              </a:buClr>
              <a:buSzPts val="1000"/>
              <a:buFont typeface="Work Sans"/>
              <a:buChar char="○"/>
              <a:defRPr sz="1000">
                <a:solidFill>
                  <a:schemeClr val="lt1"/>
                </a:solidFill>
              </a:defRPr>
            </a:lvl8pPr>
            <a:lvl9pPr indent="-292100" lvl="8" marL="4114800">
              <a:spcBef>
                <a:spcPts val="0"/>
              </a:spcBef>
              <a:spcAft>
                <a:spcPts val="0"/>
              </a:spcAft>
              <a:buClr>
                <a:schemeClr val="lt1"/>
              </a:buClr>
              <a:buSzPts val="1000"/>
              <a:buFont typeface="Work Sans"/>
              <a:buChar char="■"/>
              <a:defRPr sz="1000">
                <a:solidFill>
                  <a:schemeClr val="lt1"/>
                </a:solidFill>
              </a:defRPr>
            </a:lvl9pPr>
          </a:lstStyle>
          <a:p/>
        </p:txBody>
      </p:sp>
      <p:sp>
        <p:nvSpPr>
          <p:cNvPr id="360" name="Google Shape;360;p33"/>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txBox="1"/>
          <p:nvPr>
            <p:ph idx="2"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362" name="Google Shape;362;p33"/>
          <p:cNvSpPr txBox="1"/>
          <p:nvPr>
            <p:ph idx="3"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cxnSp>
        <p:nvCxnSpPr>
          <p:cNvPr id="363" name="Google Shape;363;p33"/>
          <p:cNvCxnSpPr/>
          <p:nvPr/>
        </p:nvCxnSpPr>
        <p:spPr>
          <a:xfrm>
            <a:off x="4021350" y="2826475"/>
            <a:ext cx="5122800" cy="0"/>
          </a:xfrm>
          <a:prstGeom prst="straightConnector1">
            <a:avLst/>
          </a:prstGeom>
          <a:noFill/>
          <a:ln cap="flat" cmpd="sng" w="9525">
            <a:solidFill>
              <a:schemeClr val="dk2"/>
            </a:solidFill>
            <a:prstDash val="solid"/>
            <a:round/>
            <a:headEnd len="med" w="med" type="none"/>
            <a:tailEnd len="med" w="med" type="none"/>
          </a:ln>
        </p:spPr>
      </p:cxnSp>
      <p:cxnSp>
        <p:nvCxnSpPr>
          <p:cNvPr id="364" name="Google Shape;364;p33"/>
          <p:cNvCxnSpPr/>
          <p:nvPr/>
        </p:nvCxnSpPr>
        <p:spPr>
          <a:xfrm>
            <a:off x="4021350" y="3483325"/>
            <a:ext cx="5122800" cy="0"/>
          </a:xfrm>
          <a:prstGeom prst="straightConnector1">
            <a:avLst/>
          </a:prstGeom>
          <a:noFill/>
          <a:ln cap="flat" cmpd="sng" w="9525">
            <a:solidFill>
              <a:schemeClr val="dk2"/>
            </a:solidFill>
            <a:prstDash val="solid"/>
            <a:round/>
            <a:headEnd len="med" w="med" type="none"/>
            <a:tailEnd len="med" w="med" type="none"/>
          </a:ln>
        </p:spPr>
      </p:cxnSp>
      <p:cxnSp>
        <p:nvCxnSpPr>
          <p:cNvPr id="365" name="Google Shape;365;p33"/>
          <p:cNvCxnSpPr/>
          <p:nvPr/>
        </p:nvCxnSpPr>
        <p:spPr>
          <a:xfrm>
            <a:off x="4021350" y="4143650"/>
            <a:ext cx="5122800" cy="0"/>
          </a:xfrm>
          <a:prstGeom prst="straightConnector1">
            <a:avLst/>
          </a:prstGeom>
          <a:noFill/>
          <a:ln cap="flat" cmpd="sng" w="9525">
            <a:solidFill>
              <a:schemeClr val="dk2"/>
            </a:solidFill>
            <a:prstDash val="solid"/>
            <a:round/>
            <a:headEnd len="med" w="med" type="none"/>
            <a:tailEnd len="med" w="med" type="none"/>
          </a:ln>
        </p:spPr>
      </p:cxnSp>
      <p:sp>
        <p:nvSpPr>
          <p:cNvPr id="366" name="Google Shape;366;p33"/>
          <p:cNvSpPr txBox="1"/>
          <p:nvPr>
            <p:ph idx="4" type="subTitle"/>
          </p:nvPr>
        </p:nvSpPr>
        <p:spPr>
          <a:xfrm>
            <a:off x="4038600" y="2273300"/>
            <a:ext cx="3768300" cy="424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Work Sans"/>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367" name="Google Shape;367;p33"/>
          <p:cNvSpPr txBox="1"/>
          <p:nvPr>
            <p:ph idx="5" type="subTitle"/>
          </p:nvPr>
        </p:nvSpPr>
        <p:spPr>
          <a:xfrm>
            <a:off x="4038600" y="2942800"/>
            <a:ext cx="3768300" cy="424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Work Sans"/>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368" name="Google Shape;368;p33"/>
          <p:cNvSpPr txBox="1"/>
          <p:nvPr>
            <p:ph idx="6" type="subTitle"/>
          </p:nvPr>
        </p:nvSpPr>
        <p:spPr>
          <a:xfrm>
            <a:off x="4038600" y="3601388"/>
            <a:ext cx="3768300" cy="424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Work Sans"/>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369" name="Google Shape;369;p33"/>
          <p:cNvSpPr txBox="1"/>
          <p:nvPr>
            <p:ph idx="7" type="subTitle"/>
          </p:nvPr>
        </p:nvSpPr>
        <p:spPr>
          <a:xfrm>
            <a:off x="4038600" y="4261688"/>
            <a:ext cx="3768300" cy="424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Work Sans"/>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370" name="Google Shape;370;p33"/>
          <p:cNvSpPr txBox="1"/>
          <p:nvPr>
            <p:ph idx="8" type="subTitle"/>
          </p:nvPr>
        </p:nvSpPr>
        <p:spPr>
          <a:xfrm>
            <a:off x="1057550" y="187075"/>
            <a:ext cx="2893200" cy="66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Work Sans Medium"/>
              <a:buNone/>
              <a:defRPr sz="10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71" name="Google Shape;371;p33"/>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_4">
    <p:spTree>
      <p:nvGrpSpPr>
        <p:cNvPr id="372" name="Shape 372"/>
        <p:cNvGrpSpPr/>
        <p:nvPr/>
      </p:nvGrpSpPr>
      <p:grpSpPr>
        <a:xfrm>
          <a:off x="0" y="0"/>
          <a:ext cx="0" cy="0"/>
          <a:chOff x="0" y="0"/>
          <a:chExt cx="0" cy="0"/>
        </a:xfrm>
      </p:grpSpPr>
      <p:sp>
        <p:nvSpPr>
          <p:cNvPr id="373" name="Google Shape;373;p34"/>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4"/>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375" name="Google Shape;375;p34"/>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376" name="Google Shape;376;p34"/>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6">
    <p:spTree>
      <p:nvGrpSpPr>
        <p:cNvPr id="377" name="Shape 377"/>
        <p:cNvGrpSpPr/>
        <p:nvPr/>
      </p:nvGrpSpPr>
      <p:grpSpPr>
        <a:xfrm>
          <a:off x="0" y="0"/>
          <a:ext cx="0" cy="0"/>
          <a:chOff x="0" y="0"/>
          <a:chExt cx="0" cy="0"/>
        </a:xfrm>
      </p:grpSpPr>
      <p:sp>
        <p:nvSpPr>
          <p:cNvPr id="378" name="Google Shape;378;p35"/>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5"/>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380" name="Google Shape;380;p35"/>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381" name="Google Shape;381;p35"/>
          <p:cNvSpPr txBox="1"/>
          <p:nvPr>
            <p:ph type="title"/>
          </p:nvPr>
        </p:nvSpPr>
        <p:spPr>
          <a:xfrm>
            <a:off x="1037175" y="145525"/>
            <a:ext cx="3852900" cy="1530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Medium"/>
              <a:buNone/>
              <a:defRPr/>
            </a:lvl1pPr>
            <a:lvl2pPr lvl="1">
              <a:spcBef>
                <a:spcPts val="0"/>
              </a:spcBef>
              <a:spcAft>
                <a:spcPts val="0"/>
              </a:spcAft>
              <a:buClr>
                <a:schemeClr val="dk1"/>
              </a:buClr>
              <a:buSzPts val="1200"/>
              <a:buFont typeface="Work Sans Medium"/>
              <a:buNone/>
              <a:defRPr sz="1200">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200"/>
              <a:buFont typeface="Work Sans Medium"/>
              <a:buNone/>
              <a:defRPr sz="1200">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200"/>
              <a:buFont typeface="Work Sans Medium"/>
              <a:buNone/>
              <a:defRPr sz="1200">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200"/>
              <a:buFont typeface="Work Sans Medium"/>
              <a:buNone/>
              <a:defRPr sz="1200">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200"/>
              <a:buFont typeface="Work Sans Medium"/>
              <a:buNone/>
              <a:defRPr sz="1200">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200"/>
              <a:buFont typeface="Work Sans Medium"/>
              <a:buNone/>
              <a:defRPr sz="1200">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200"/>
              <a:buFont typeface="Work Sans Medium"/>
              <a:buNone/>
              <a:defRPr sz="1200">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200"/>
              <a:buFont typeface="Work Sans Medium"/>
              <a:buNone/>
              <a:defRPr sz="1200">
                <a:solidFill>
                  <a:schemeClr val="dk1"/>
                </a:solidFill>
                <a:latin typeface="Work Sans Medium"/>
                <a:ea typeface="Work Sans Medium"/>
                <a:cs typeface="Work Sans Medium"/>
                <a:sym typeface="Work Sans Medium"/>
              </a:defRPr>
            </a:lvl9pPr>
          </a:lstStyle>
          <a:p/>
        </p:txBody>
      </p:sp>
      <p:sp>
        <p:nvSpPr>
          <p:cNvPr id="382" name="Google Shape;382;p35"/>
          <p:cNvSpPr/>
          <p:nvPr/>
        </p:nvSpPr>
        <p:spPr>
          <a:xfrm>
            <a:off x="5225650" y="0"/>
            <a:ext cx="3918600" cy="1971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35"/>
          <p:cNvSpPr txBox="1"/>
          <p:nvPr>
            <p:ph idx="3" type="title"/>
          </p:nvPr>
        </p:nvSpPr>
        <p:spPr>
          <a:xfrm>
            <a:off x="5225650" y="50"/>
            <a:ext cx="3918600" cy="1791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Medium"/>
              <a:buNone/>
              <a:defRPr/>
            </a:lvl1pPr>
            <a:lvl2pPr lvl="1">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9pPr>
          </a:lstStyle>
          <a:p/>
        </p:txBody>
      </p:sp>
      <p:sp>
        <p:nvSpPr>
          <p:cNvPr id="384" name="Google Shape;384;p35"/>
          <p:cNvSpPr/>
          <p:nvPr/>
        </p:nvSpPr>
        <p:spPr>
          <a:xfrm>
            <a:off x="5225650" y="1971000"/>
            <a:ext cx="3918600" cy="3172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21212"/>
              </a:solidFill>
            </a:endParaRPr>
          </a:p>
        </p:txBody>
      </p:sp>
      <p:sp>
        <p:nvSpPr>
          <p:cNvPr id="385" name="Google Shape;385;p35"/>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CUSTOM_7">
    <p:spTree>
      <p:nvGrpSpPr>
        <p:cNvPr id="386" name="Shape 386"/>
        <p:cNvGrpSpPr/>
        <p:nvPr/>
      </p:nvGrpSpPr>
      <p:grpSpPr>
        <a:xfrm>
          <a:off x="0" y="0"/>
          <a:ext cx="0" cy="0"/>
          <a:chOff x="0" y="0"/>
          <a:chExt cx="0" cy="0"/>
        </a:xfrm>
      </p:grpSpPr>
      <p:sp>
        <p:nvSpPr>
          <p:cNvPr id="387" name="Google Shape;387;p36"/>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6"/>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389" name="Google Shape;389;p36"/>
          <p:cNvSpPr txBox="1"/>
          <p:nvPr>
            <p:ph idx="2"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390" name="Google Shape;390;p36"/>
          <p:cNvSpPr/>
          <p:nvPr/>
        </p:nvSpPr>
        <p:spPr>
          <a:xfrm>
            <a:off x="1983450" y="1918800"/>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36"/>
          <p:cNvSpPr/>
          <p:nvPr/>
        </p:nvSpPr>
        <p:spPr>
          <a:xfrm>
            <a:off x="1983450" y="2563138"/>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36"/>
          <p:cNvSpPr/>
          <p:nvPr/>
        </p:nvSpPr>
        <p:spPr>
          <a:xfrm>
            <a:off x="1983450" y="3207550"/>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36"/>
          <p:cNvSpPr/>
          <p:nvPr/>
        </p:nvSpPr>
        <p:spPr>
          <a:xfrm>
            <a:off x="1983450" y="3851888"/>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36"/>
          <p:cNvSpPr/>
          <p:nvPr/>
        </p:nvSpPr>
        <p:spPr>
          <a:xfrm>
            <a:off x="1983450" y="4496300"/>
            <a:ext cx="7160400" cy="6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5" name="Google Shape;395;p36"/>
          <p:cNvCxnSpPr/>
          <p:nvPr/>
        </p:nvCxnSpPr>
        <p:spPr>
          <a:xfrm>
            <a:off x="743700" y="2563200"/>
            <a:ext cx="8400300" cy="0"/>
          </a:xfrm>
          <a:prstGeom prst="straightConnector1">
            <a:avLst/>
          </a:prstGeom>
          <a:noFill/>
          <a:ln cap="flat" cmpd="sng" w="9525">
            <a:solidFill>
              <a:schemeClr val="dk1"/>
            </a:solidFill>
            <a:prstDash val="solid"/>
            <a:round/>
            <a:headEnd len="med" w="med" type="none"/>
            <a:tailEnd len="med" w="med" type="none"/>
          </a:ln>
        </p:spPr>
      </p:cxnSp>
      <p:cxnSp>
        <p:nvCxnSpPr>
          <p:cNvPr id="396" name="Google Shape;396;p36"/>
          <p:cNvCxnSpPr/>
          <p:nvPr/>
        </p:nvCxnSpPr>
        <p:spPr>
          <a:xfrm>
            <a:off x="743700" y="3207550"/>
            <a:ext cx="8400300" cy="0"/>
          </a:xfrm>
          <a:prstGeom prst="straightConnector1">
            <a:avLst/>
          </a:prstGeom>
          <a:noFill/>
          <a:ln cap="flat" cmpd="sng" w="9525">
            <a:solidFill>
              <a:schemeClr val="dk1"/>
            </a:solidFill>
            <a:prstDash val="solid"/>
            <a:round/>
            <a:headEnd len="med" w="med" type="none"/>
            <a:tailEnd len="med" w="med" type="none"/>
          </a:ln>
        </p:spPr>
      </p:cxnSp>
      <p:cxnSp>
        <p:nvCxnSpPr>
          <p:cNvPr id="397" name="Google Shape;397;p36"/>
          <p:cNvCxnSpPr/>
          <p:nvPr/>
        </p:nvCxnSpPr>
        <p:spPr>
          <a:xfrm>
            <a:off x="743700" y="3851950"/>
            <a:ext cx="8400300" cy="0"/>
          </a:xfrm>
          <a:prstGeom prst="straightConnector1">
            <a:avLst/>
          </a:prstGeom>
          <a:noFill/>
          <a:ln cap="flat" cmpd="sng" w="9525">
            <a:solidFill>
              <a:schemeClr val="dk1"/>
            </a:solidFill>
            <a:prstDash val="solid"/>
            <a:round/>
            <a:headEnd len="med" w="med" type="none"/>
            <a:tailEnd len="med" w="med" type="none"/>
          </a:ln>
        </p:spPr>
      </p:cxnSp>
      <p:cxnSp>
        <p:nvCxnSpPr>
          <p:cNvPr id="398" name="Google Shape;398;p36"/>
          <p:cNvCxnSpPr/>
          <p:nvPr/>
        </p:nvCxnSpPr>
        <p:spPr>
          <a:xfrm>
            <a:off x="743700" y="4490500"/>
            <a:ext cx="8400300" cy="0"/>
          </a:xfrm>
          <a:prstGeom prst="straightConnector1">
            <a:avLst/>
          </a:prstGeom>
          <a:noFill/>
          <a:ln cap="flat" cmpd="sng" w="9525">
            <a:solidFill>
              <a:schemeClr val="dk1"/>
            </a:solidFill>
            <a:prstDash val="solid"/>
            <a:round/>
            <a:headEnd len="med" w="med" type="none"/>
            <a:tailEnd len="med" w="med" type="none"/>
          </a:ln>
        </p:spPr>
      </p:cxnSp>
      <p:sp>
        <p:nvSpPr>
          <p:cNvPr id="399" name="Google Shape;399;p36"/>
          <p:cNvSpPr txBox="1"/>
          <p:nvPr>
            <p:ph idx="3" type="subTitle"/>
          </p:nvPr>
        </p:nvSpPr>
        <p:spPr>
          <a:xfrm>
            <a:off x="2290275" y="191875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400" name="Google Shape;400;p36"/>
          <p:cNvSpPr txBox="1"/>
          <p:nvPr>
            <p:ph idx="4" type="subTitle"/>
          </p:nvPr>
        </p:nvSpPr>
        <p:spPr>
          <a:xfrm>
            <a:off x="2290275" y="256320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401" name="Google Shape;401;p36"/>
          <p:cNvSpPr txBox="1"/>
          <p:nvPr>
            <p:ph idx="5" type="subTitle"/>
          </p:nvPr>
        </p:nvSpPr>
        <p:spPr>
          <a:xfrm>
            <a:off x="2290275" y="320755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402" name="Google Shape;402;p36"/>
          <p:cNvSpPr txBox="1"/>
          <p:nvPr>
            <p:ph idx="6" type="subTitle"/>
          </p:nvPr>
        </p:nvSpPr>
        <p:spPr>
          <a:xfrm>
            <a:off x="2290275" y="385195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403" name="Google Shape;403;p36"/>
          <p:cNvSpPr txBox="1"/>
          <p:nvPr>
            <p:ph idx="7" type="subTitle"/>
          </p:nvPr>
        </p:nvSpPr>
        <p:spPr>
          <a:xfrm>
            <a:off x="2290275" y="4490500"/>
            <a:ext cx="3349800" cy="644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a:buNone/>
              <a:defRPr sz="2400"/>
            </a:lvl1pPr>
            <a:lvl2pPr lvl="1">
              <a:spcBef>
                <a:spcPts val="0"/>
              </a:spcBef>
              <a:spcAft>
                <a:spcPts val="0"/>
              </a:spcAft>
              <a:buClr>
                <a:schemeClr val="dk1"/>
              </a:buClr>
              <a:buSzPts val="2400"/>
              <a:buFont typeface="Work Sans"/>
              <a:buNone/>
              <a:defRPr sz="2400"/>
            </a:lvl2pPr>
            <a:lvl3pPr lvl="2">
              <a:spcBef>
                <a:spcPts val="0"/>
              </a:spcBef>
              <a:spcAft>
                <a:spcPts val="0"/>
              </a:spcAft>
              <a:buClr>
                <a:schemeClr val="dk1"/>
              </a:buClr>
              <a:buSzPts val="2400"/>
              <a:buFont typeface="Work Sans"/>
              <a:buNone/>
              <a:defRPr sz="2400"/>
            </a:lvl3pPr>
            <a:lvl4pPr lvl="3">
              <a:spcBef>
                <a:spcPts val="0"/>
              </a:spcBef>
              <a:spcAft>
                <a:spcPts val="0"/>
              </a:spcAft>
              <a:buClr>
                <a:schemeClr val="dk1"/>
              </a:buClr>
              <a:buSzPts val="2400"/>
              <a:buFont typeface="Work Sans"/>
              <a:buNone/>
              <a:defRPr sz="2400"/>
            </a:lvl4pPr>
            <a:lvl5pPr lvl="4">
              <a:spcBef>
                <a:spcPts val="0"/>
              </a:spcBef>
              <a:spcAft>
                <a:spcPts val="0"/>
              </a:spcAft>
              <a:buClr>
                <a:schemeClr val="dk1"/>
              </a:buClr>
              <a:buSzPts val="2400"/>
              <a:buFont typeface="Work Sans"/>
              <a:buNone/>
              <a:defRPr sz="2400"/>
            </a:lvl5pPr>
            <a:lvl6pPr lvl="5">
              <a:spcBef>
                <a:spcPts val="0"/>
              </a:spcBef>
              <a:spcAft>
                <a:spcPts val="0"/>
              </a:spcAft>
              <a:buClr>
                <a:schemeClr val="dk1"/>
              </a:buClr>
              <a:buSzPts val="2400"/>
              <a:buFont typeface="Work Sans"/>
              <a:buNone/>
              <a:defRPr sz="2400"/>
            </a:lvl6pPr>
            <a:lvl7pPr lvl="6">
              <a:spcBef>
                <a:spcPts val="0"/>
              </a:spcBef>
              <a:spcAft>
                <a:spcPts val="0"/>
              </a:spcAft>
              <a:buClr>
                <a:schemeClr val="dk1"/>
              </a:buClr>
              <a:buSzPts val="2400"/>
              <a:buFont typeface="Work Sans"/>
              <a:buNone/>
              <a:defRPr sz="2400"/>
            </a:lvl7pPr>
            <a:lvl8pPr lvl="7">
              <a:spcBef>
                <a:spcPts val="0"/>
              </a:spcBef>
              <a:spcAft>
                <a:spcPts val="0"/>
              </a:spcAft>
              <a:buClr>
                <a:schemeClr val="dk1"/>
              </a:buClr>
              <a:buSzPts val="2400"/>
              <a:buFont typeface="Work Sans"/>
              <a:buNone/>
              <a:defRPr sz="2400"/>
            </a:lvl8pPr>
            <a:lvl9pPr lvl="8">
              <a:spcBef>
                <a:spcPts val="0"/>
              </a:spcBef>
              <a:spcAft>
                <a:spcPts val="0"/>
              </a:spcAft>
              <a:buClr>
                <a:schemeClr val="dk1"/>
              </a:buClr>
              <a:buSzPts val="2400"/>
              <a:buFont typeface="Work Sans"/>
              <a:buNone/>
              <a:defRPr sz="2400"/>
            </a:lvl9pPr>
          </a:lstStyle>
          <a:p/>
        </p:txBody>
      </p:sp>
      <p:sp>
        <p:nvSpPr>
          <p:cNvPr id="404" name="Google Shape;404;p36"/>
          <p:cNvSpPr txBox="1"/>
          <p:nvPr>
            <p:ph idx="8" type="subTitle"/>
          </p:nvPr>
        </p:nvSpPr>
        <p:spPr>
          <a:xfrm>
            <a:off x="747600" y="191877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405" name="Google Shape;405;p36"/>
          <p:cNvSpPr txBox="1"/>
          <p:nvPr>
            <p:ph idx="9" type="subTitle"/>
          </p:nvPr>
        </p:nvSpPr>
        <p:spPr>
          <a:xfrm>
            <a:off x="747600" y="256322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406" name="Google Shape;406;p36"/>
          <p:cNvSpPr txBox="1"/>
          <p:nvPr>
            <p:ph idx="13" type="subTitle"/>
          </p:nvPr>
        </p:nvSpPr>
        <p:spPr>
          <a:xfrm>
            <a:off x="747600" y="320757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407" name="Google Shape;407;p36"/>
          <p:cNvSpPr txBox="1"/>
          <p:nvPr>
            <p:ph idx="14" type="subTitle"/>
          </p:nvPr>
        </p:nvSpPr>
        <p:spPr>
          <a:xfrm>
            <a:off x="747600" y="385197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sp>
        <p:nvSpPr>
          <p:cNvPr id="408" name="Google Shape;408;p36"/>
          <p:cNvSpPr txBox="1"/>
          <p:nvPr>
            <p:ph idx="15" type="subTitle"/>
          </p:nvPr>
        </p:nvSpPr>
        <p:spPr>
          <a:xfrm>
            <a:off x="747600" y="4490525"/>
            <a:ext cx="1236000" cy="644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Work Sans"/>
              <a:buNone/>
              <a:defRPr sz="2400"/>
            </a:lvl1pPr>
            <a:lvl2pPr lvl="1" algn="ctr">
              <a:spcBef>
                <a:spcPts val="0"/>
              </a:spcBef>
              <a:spcAft>
                <a:spcPts val="0"/>
              </a:spcAft>
              <a:buClr>
                <a:schemeClr val="dk1"/>
              </a:buClr>
              <a:buSzPts val="2400"/>
              <a:buFont typeface="Work Sans"/>
              <a:buNone/>
              <a:defRPr sz="2400"/>
            </a:lvl2pPr>
            <a:lvl3pPr lvl="2" algn="ctr">
              <a:spcBef>
                <a:spcPts val="0"/>
              </a:spcBef>
              <a:spcAft>
                <a:spcPts val="0"/>
              </a:spcAft>
              <a:buClr>
                <a:schemeClr val="dk1"/>
              </a:buClr>
              <a:buSzPts val="2400"/>
              <a:buFont typeface="Work Sans"/>
              <a:buNone/>
              <a:defRPr sz="2400"/>
            </a:lvl3pPr>
            <a:lvl4pPr lvl="3" algn="ctr">
              <a:spcBef>
                <a:spcPts val="0"/>
              </a:spcBef>
              <a:spcAft>
                <a:spcPts val="0"/>
              </a:spcAft>
              <a:buClr>
                <a:schemeClr val="dk1"/>
              </a:buClr>
              <a:buSzPts val="2400"/>
              <a:buFont typeface="Work Sans"/>
              <a:buNone/>
              <a:defRPr sz="2400"/>
            </a:lvl4pPr>
            <a:lvl5pPr lvl="4" algn="ctr">
              <a:spcBef>
                <a:spcPts val="0"/>
              </a:spcBef>
              <a:spcAft>
                <a:spcPts val="0"/>
              </a:spcAft>
              <a:buClr>
                <a:schemeClr val="dk1"/>
              </a:buClr>
              <a:buSzPts val="2400"/>
              <a:buFont typeface="Work Sans"/>
              <a:buNone/>
              <a:defRPr sz="2400"/>
            </a:lvl5pPr>
            <a:lvl6pPr lvl="5" algn="ctr">
              <a:spcBef>
                <a:spcPts val="0"/>
              </a:spcBef>
              <a:spcAft>
                <a:spcPts val="0"/>
              </a:spcAft>
              <a:buClr>
                <a:schemeClr val="dk1"/>
              </a:buClr>
              <a:buSzPts val="2400"/>
              <a:buFont typeface="Work Sans"/>
              <a:buNone/>
              <a:defRPr sz="2400"/>
            </a:lvl6pPr>
            <a:lvl7pPr lvl="6" algn="ctr">
              <a:spcBef>
                <a:spcPts val="0"/>
              </a:spcBef>
              <a:spcAft>
                <a:spcPts val="0"/>
              </a:spcAft>
              <a:buClr>
                <a:schemeClr val="dk1"/>
              </a:buClr>
              <a:buSzPts val="2400"/>
              <a:buFont typeface="Work Sans"/>
              <a:buNone/>
              <a:defRPr sz="2400"/>
            </a:lvl7pPr>
            <a:lvl8pPr lvl="7" algn="ctr">
              <a:spcBef>
                <a:spcPts val="0"/>
              </a:spcBef>
              <a:spcAft>
                <a:spcPts val="0"/>
              </a:spcAft>
              <a:buClr>
                <a:schemeClr val="dk1"/>
              </a:buClr>
              <a:buSzPts val="2400"/>
              <a:buFont typeface="Work Sans"/>
              <a:buNone/>
              <a:defRPr sz="2400"/>
            </a:lvl8pPr>
            <a:lvl9pPr lvl="8" algn="ctr">
              <a:spcBef>
                <a:spcPts val="0"/>
              </a:spcBef>
              <a:spcAft>
                <a:spcPts val="0"/>
              </a:spcAft>
              <a:buClr>
                <a:schemeClr val="dk1"/>
              </a:buClr>
              <a:buSzPts val="2400"/>
              <a:buFont typeface="Work Sans"/>
              <a:buNone/>
              <a:defRPr sz="2400"/>
            </a:lvl9pPr>
          </a:lstStyle>
          <a:p/>
        </p:txBody>
      </p:sp>
      <p:cxnSp>
        <p:nvCxnSpPr>
          <p:cNvPr id="409" name="Google Shape;409;p36"/>
          <p:cNvCxnSpPr/>
          <p:nvPr/>
        </p:nvCxnSpPr>
        <p:spPr>
          <a:xfrm>
            <a:off x="743700" y="5134900"/>
            <a:ext cx="8400300" cy="0"/>
          </a:xfrm>
          <a:prstGeom prst="straightConnector1">
            <a:avLst/>
          </a:prstGeom>
          <a:noFill/>
          <a:ln cap="flat" cmpd="sng" w="9525">
            <a:solidFill>
              <a:schemeClr val="dk1"/>
            </a:solidFill>
            <a:prstDash val="solid"/>
            <a:round/>
            <a:headEnd len="med" w="med" type="none"/>
            <a:tailEnd len="med" w="med" type="none"/>
          </a:ln>
        </p:spPr>
      </p:cxnSp>
      <p:cxnSp>
        <p:nvCxnSpPr>
          <p:cNvPr id="410" name="Google Shape;410;p36"/>
          <p:cNvCxnSpPr/>
          <p:nvPr/>
        </p:nvCxnSpPr>
        <p:spPr>
          <a:xfrm>
            <a:off x="743700" y="1919475"/>
            <a:ext cx="8400300" cy="0"/>
          </a:xfrm>
          <a:prstGeom prst="straightConnector1">
            <a:avLst/>
          </a:prstGeom>
          <a:noFill/>
          <a:ln cap="flat" cmpd="sng" w="9525">
            <a:solidFill>
              <a:schemeClr val="dk1"/>
            </a:solidFill>
            <a:prstDash val="solid"/>
            <a:round/>
            <a:headEnd len="med" w="med" type="none"/>
            <a:tailEnd len="med" w="med" type="none"/>
          </a:ln>
        </p:spPr>
      </p:cxnSp>
      <p:sp>
        <p:nvSpPr>
          <p:cNvPr id="411" name="Google Shape;411;p36"/>
          <p:cNvSpPr txBox="1"/>
          <p:nvPr>
            <p:ph type="title"/>
          </p:nvPr>
        </p:nvSpPr>
        <p:spPr>
          <a:xfrm>
            <a:off x="938600" y="50"/>
            <a:ext cx="5001900" cy="191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Font typeface="Work Sans Medium"/>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12" name="Google Shape;412;p36"/>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STEL">
  <p:cSld name="CUSTOM_8">
    <p:spTree>
      <p:nvGrpSpPr>
        <p:cNvPr id="413" name="Shape 413"/>
        <p:cNvGrpSpPr/>
        <p:nvPr/>
      </p:nvGrpSpPr>
      <p:grpSpPr>
        <a:xfrm>
          <a:off x="0" y="0"/>
          <a:ext cx="0" cy="0"/>
          <a:chOff x="0" y="0"/>
          <a:chExt cx="0" cy="0"/>
        </a:xfrm>
      </p:grpSpPr>
      <p:sp>
        <p:nvSpPr>
          <p:cNvPr id="414" name="Google Shape;414;p37"/>
          <p:cNvSpPr/>
          <p:nvPr/>
        </p:nvSpPr>
        <p:spPr>
          <a:xfrm>
            <a:off x="747600" y="0"/>
            <a:ext cx="8403000" cy="1918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37"/>
          <p:cNvSpPr txBox="1"/>
          <p:nvPr>
            <p:ph type="title"/>
          </p:nvPr>
        </p:nvSpPr>
        <p:spPr>
          <a:xfrm>
            <a:off x="743700" y="-20525"/>
            <a:ext cx="1401000" cy="191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6000"/>
              <a:buFont typeface="Work Sans Medium"/>
              <a:buNone/>
              <a:defRPr sz="6000">
                <a:solidFill>
                  <a:schemeClr val="lt1"/>
                </a:solidFill>
              </a:defRPr>
            </a:lvl1pPr>
            <a:lvl2pPr lvl="1"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416" name="Google Shape;416;p37"/>
          <p:cNvSpPr txBox="1"/>
          <p:nvPr>
            <p:ph idx="2" type="title"/>
          </p:nvPr>
        </p:nvSpPr>
        <p:spPr>
          <a:xfrm>
            <a:off x="2145050" y="0"/>
            <a:ext cx="1401000" cy="191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6000"/>
              <a:buFont typeface="Work Sans Medium"/>
              <a:buNone/>
              <a:defRPr sz="6000">
                <a:solidFill>
                  <a:schemeClr val="lt1"/>
                </a:solidFill>
              </a:defRPr>
            </a:lvl1pPr>
            <a:lvl2pPr lvl="1"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417" name="Google Shape;417;p37"/>
          <p:cNvSpPr txBox="1"/>
          <p:nvPr>
            <p:ph idx="3" type="title"/>
          </p:nvPr>
        </p:nvSpPr>
        <p:spPr>
          <a:xfrm>
            <a:off x="3546225" y="-20525"/>
            <a:ext cx="1401000" cy="191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6000"/>
              <a:buFont typeface="Work Sans Medium"/>
              <a:buNone/>
              <a:defRPr sz="6000">
                <a:solidFill>
                  <a:schemeClr val="lt1"/>
                </a:solidFill>
              </a:defRPr>
            </a:lvl1pPr>
            <a:lvl2pPr lvl="1"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418" name="Google Shape;418;p37"/>
          <p:cNvSpPr txBox="1"/>
          <p:nvPr>
            <p:ph idx="4" type="title"/>
          </p:nvPr>
        </p:nvSpPr>
        <p:spPr>
          <a:xfrm>
            <a:off x="4947400" y="0"/>
            <a:ext cx="1401000" cy="191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6000"/>
              <a:buFont typeface="Work Sans Medium"/>
              <a:buNone/>
              <a:defRPr sz="6000">
                <a:solidFill>
                  <a:schemeClr val="lt1"/>
                </a:solidFill>
              </a:defRPr>
            </a:lvl1pPr>
            <a:lvl2pPr lvl="1"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419" name="Google Shape;419;p37"/>
          <p:cNvSpPr txBox="1"/>
          <p:nvPr>
            <p:ph idx="5" type="title"/>
          </p:nvPr>
        </p:nvSpPr>
        <p:spPr>
          <a:xfrm>
            <a:off x="6348400" y="0"/>
            <a:ext cx="1401000" cy="191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6000"/>
              <a:buFont typeface="Work Sans Medium"/>
              <a:buNone/>
              <a:defRPr sz="6000">
                <a:solidFill>
                  <a:schemeClr val="lt1"/>
                </a:solidFill>
              </a:defRPr>
            </a:lvl1pPr>
            <a:lvl2pPr lvl="1"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420" name="Google Shape;420;p37"/>
          <p:cNvSpPr txBox="1"/>
          <p:nvPr>
            <p:ph idx="6" type="title"/>
          </p:nvPr>
        </p:nvSpPr>
        <p:spPr>
          <a:xfrm>
            <a:off x="7749750" y="0"/>
            <a:ext cx="1401000" cy="191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6000"/>
              <a:buFont typeface="Work Sans Medium"/>
              <a:buNone/>
              <a:defRPr sz="6000">
                <a:solidFill>
                  <a:schemeClr val="lt1"/>
                </a:solidFill>
              </a:defRPr>
            </a:lvl1pPr>
            <a:lvl2pPr lvl="1"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2pPr>
            <a:lvl3pPr lvl="2"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3pPr>
            <a:lvl4pPr lvl="3"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4pPr>
            <a:lvl5pPr lvl="4"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5pPr>
            <a:lvl6pPr lvl="5"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6pPr>
            <a:lvl7pPr lvl="6"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7pPr>
            <a:lvl8pPr lvl="7"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8pPr>
            <a:lvl9pPr lvl="8" algn="ctr">
              <a:spcBef>
                <a:spcPts val="0"/>
              </a:spcBef>
              <a:spcAft>
                <a:spcPts val="0"/>
              </a:spcAft>
              <a:buClr>
                <a:schemeClr val="lt1"/>
              </a:buClr>
              <a:buSzPts val="2400"/>
              <a:buFont typeface="Work Sans Medium"/>
              <a:buNone/>
              <a:defRPr sz="2400">
                <a:solidFill>
                  <a:schemeClr val="lt1"/>
                </a:solidFill>
                <a:latin typeface="Work Sans Medium"/>
                <a:ea typeface="Work Sans Medium"/>
                <a:cs typeface="Work Sans Medium"/>
                <a:sym typeface="Work Sans Medium"/>
              </a:defRPr>
            </a:lvl9pPr>
          </a:lstStyle>
          <a:p/>
        </p:txBody>
      </p:sp>
      <p:sp>
        <p:nvSpPr>
          <p:cNvPr id="421" name="Google Shape;421;p37"/>
          <p:cNvSpPr/>
          <p:nvPr/>
        </p:nvSpPr>
        <p:spPr>
          <a:xfrm>
            <a:off x="0" y="50"/>
            <a:ext cx="747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2" name="Google Shape;422;p37"/>
          <p:cNvCxnSpPr/>
          <p:nvPr/>
        </p:nvCxnSpPr>
        <p:spPr>
          <a:xfrm>
            <a:off x="2154825" y="2108000"/>
            <a:ext cx="0" cy="3045000"/>
          </a:xfrm>
          <a:prstGeom prst="straightConnector1">
            <a:avLst/>
          </a:prstGeom>
          <a:noFill/>
          <a:ln cap="flat" cmpd="sng" w="9525">
            <a:solidFill>
              <a:schemeClr val="dk1"/>
            </a:solidFill>
            <a:prstDash val="solid"/>
            <a:round/>
            <a:headEnd len="med" w="med" type="none"/>
            <a:tailEnd len="med" w="med" type="none"/>
          </a:ln>
        </p:spPr>
      </p:cxnSp>
      <p:cxnSp>
        <p:nvCxnSpPr>
          <p:cNvPr id="423" name="Google Shape;423;p37"/>
          <p:cNvCxnSpPr/>
          <p:nvPr/>
        </p:nvCxnSpPr>
        <p:spPr>
          <a:xfrm>
            <a:off x="3546050" y="2108000"/>
            <a:ext cx="0" cy="3045000"/>
          </a:xfrm>
          <a:prstGeom prst="straightConnector1">
            <a:avLst/>
          </a:prstGeom>
          <a:noFill/>
          <a:ln cap="flat" cmpd="sng" w="9525">
            <a:solidFill>
              <a:schemeClr val="dk1"/>
            </a:solidFill>
            <a:prstDash val="solid"/>
            <a:round/>
            <a:headEnd len="med" w="med" type="none"/>
            <a:tailEnd len="med" w="med" type="none"/>
          </a:ln>
        </p:spPr>
      </p:cxnSp>
      <p:cxnSp>
        <p:nvCxnSpPr>
          <p:cNvPr id="424" name="Google Shape;424;p37"/>
          <p:cNvCxnSpPr/>
          <p:nvPr/>
        </p:nvCxnSpPr>
        <p:spPr>
          <a:xfrm>
            <a:off x="4947400" y="2108000"/>
            <a:ext cx="0" cy="3045000"/>
          </a:xfrm>
          <a:prstGeom prst="straightConnector1">
            <a:avLst/>
          </a:prstGeom>
          <a:noFill/>
          <a:ln cap="flat" cmpd="sng" w="9525">
            <a:solidFill>
              <a:schemeClr val="dk1"/>
            </a:solidFill>
            <a:prstDash val="solid"/>
            <a:round/>
            <a:headEnd len="med" w="med" type="none"/>
            <a:tailEnd len="med" w="med" type="none"/>
          </a:ln>
        </p:spPr>
      </p:cxnSp>
      <p:cxnSp>
        <p:nvCxnSpPr>
          <p:cNvPr id="425" name="Google Shape;425;p37"/>
          <p:cNvCxnSpPr/>
          <p:nvPr/>
        </p:nvCxnSpPr>
        <p:spPr>
          <a:xfrm>
            <a:off x="6348750" y="2108000"/>
            <a:ext cx="0" cy="3045000"/>
          </a:xfrm>
          <a:prstGeom prst="straightConnector1">
            <a:avLst/>
          </a:prstGeom>
          <a:noFill/>
          <a:ln cap="flat" cmpd="sng" w="9525">
            <a:solidFill>
              <a:schemeClr val="dk1"/>
            </a:solidFill>
            <a:prstDash val="solid"/>
            <a:round/>
            <a:headEnd len="med" w="med" type="none"/>
            <a:tailEnd len="med" w="med" type="none"/>
          </a:ln>
        </p:spPr>
      </p:cxnSp>
      <p:cxnSp>
        <p:nvCxnSpPr>
          <p:cNvPr id="426" name="Google Shape;426;p37"/>
          <p:cNvCxnSpPr/>
          <p:nvPr/>
        </p:nvCxnSpPr>
        <p:spPr>
          <a:xfrm>
            <a:off x="7749750" y="2108000"/>
            <a:ext cx="0" cy="3045000"/>
          </a:xfrm>
          <a:prstGeom prst="straightConnector1">
            <a:avLst/>
          </a:prstGeom>
          <a:noFill/>
          <a:ln cap="flat" cmpd="sng" w="9525">
            <a:solidFill>
              <a:schemeClr val="dk1"/>
            </a:solidFill>
            <a:prstDash val="solid"/>
            <a:round/>
            <a:headEnd len="med" w="med" type="none"/>
            <a:tailEnd len="med" w="med" type="none"/>
          </a:ln>
        </p:spPr>
      </p:cxnSp>
      <p:sp>
        <p:nvSpPr>
          <p:cNvPr id="427" name="Google Shape;427;p37"/>
          <p:cNvSpPr txBox="1"/>
          <p:nvPr>
            <p:ph idx="1" type="subTitle"/>
          </p:nvPr>
        </p:nvSpPr>
        <p:spPr>
          <a:xfrm rot="-5400000">
            <a:off x="-329800" y="3924150"/>
            <a:ext cx="1402200" cy="74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Work Sans"/>
              <a:buNone/>
              <a:defRPr/>
            </a:lvl1pPr>
            <a:lvl2pPr lvl="1">
              <a:spcBef>
                <a:spcPts val="0"/>
              </a:spcBef>
              <a:spcAft>
                <a:spcPts val="0"/>
              </a:spcAft>
              <a:buClr>
                <a:schemeClr val="dk1"/>
              </a:buClr>
              <a:buSzPts val="1200"/>
              <a:buFont typeface="Work Sans"/>
              <a:buNone/>
              <a:defRPr/>
            </a:lvl2pPr>
            <a:lvl3pPr lvl="2">
              <a:spcBef>
                <a:spcPts val="0"/>
              </a:spcBef>
              <a:spcAft>
                <a:spcPts val="0"/>
              </a:spcAft>
              <a:buClr>
                <a:schemeClr val="dk1"/>
              </a:buClr>
              <a:buSzPts val="1200"/>
              <a:buFont typeface="Work Sans"/>
              <a:buNone/>
              <a:defRPr/>
            </a:lvl3pPr>
            <a:lvl4pPr lvl="3">
              <a:spcBef>
                <a:spcPts val="0"/>
              </a:spcBef>
              <a:spcAft>
                <a:spcPts val="0"/>
              </a:spcAft>
              <a:buClr>
                <a:schemeClr val="dk1"/>
              </a:buClr>
              <a:buSzPts val="1200"/>
              <a:buFont typeface="Work Sans"/>
              <a:buNone/>
              <a:defRPr/>
            </a:lvl4pPr>
            <a:lvl5pPr lvl="4">
              <a:spcBef>
                <a:spcPts val="0"/>
              </a:spcBef>
              <a:spcAft>
                <a:spcPts val="0"/>
              </a:spcAft>
              <a:buClr>
                <a:schemeClr val="dk1"/>
              </a:buClr>
              <a:buSzPts val="1200"/>
              <a:buFont typeface="Work Sans"/>
              <a:buNone/>
              <a:defRPr/>
            </a:lvl5pPr>
            <a:lvl6pPr lvl="5">
              <a:spcBef>
                <a:spcPts val="0"/>
              </a:spcBef>
              <a:spcAft>
                <a:spcPts val="0"/>
              </a:spcAft>
              <a:buClr>
                <a:schemeClr val="dk1"/>
              </a:buClr>
              <a:buSzPts val="1200"/>
              <a:buFont typeface="Work Sans"/>
              <a:buNone/>
              <a:defRPr/>
            </a:lvl6pPr>
            <a:lvl7pPr lvl="6">
              <a:spcBef>
                <a:spcPts val="0"/>
              </a:spcBef>
              <a:spcAft>
                <a:spcPts val="0"/>
              </a:spcAft>
              <a:buClr>
                <a:schemeClr val="dk1"/>
              </a:buClr>
              <a:buSzPts val="1200"/>
              <a:buFont typeface="Work Sans"/>
              <a:buNone/>
              <a:defRPr/>
            </a:lvl7pPr>
            <a:lvl8pPr lvl="7">
              <a:spcBef>
                <a:spcPts val="0"/>
              </a:spcBef>
              <a:spcAft>
                <a:spcPts val="0"/>
              </a:spcAft>
              <a:buClr>
                <a:schemeClr val="dk1"/>
              </a:buClr>
              <a:buSzPts val="1200"/>
              <a:buFont typeface="Work Sans"/>
              <a:buNone/>
              <a:defRPr/>
            </a:lvl8pPr>
            <a:lvl9pPr lvl="8">
              <a:spcBef>
                <a:spcPts val="0"/>
              </a:spcBef>
              <a:spcAft>
                <a:spcPts val="0"/>
              </a:spcAft>
              <a:buClr>
                <a:schemeClr val="dk1"/>
              </a:buClr>
              <a:buSzPts val="1200"/>
              <a:buFont typeface="Work Sans"/>
              <a:buNone/>
              <a:defRPr/>
            </a:lvl9pPr>
          </a:lstStyle>
          <a:p/>
        </p:txBody>
      </p:sp>
      <p:sp>
        <p:nvSpPr>
          <p:cNvPr id="428" name="Google Shape;428;p37"/>
          <p:cNvSpPr txBox="1"/>
          <p:nvPr>
            <p:ph idx="7" type="subTitle"/>
          </p:nvPr>
        </p:nvSpPr>
        <p:spPr>
          <a:xfrm rot="-5400000">
            <a:off x="-613650" y="2199900"/>
            <a:ext cx="1971000" cy="743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
              <a:buFont typeface="Work Sans"/>
              <a:buNone/>
              <a:defRPr sz="800"/>
            </a:lvl1pPr>
            <a:lvl2pPr lvl="1" algn="ctr">
              <a:spcBef>
                <a:spcPts val="0"/>
              </a:spcBef>
              <a:spcAft>
                <a:spcPts val="0"/>
              </a:spcAft>
              <a:buClr>
                <a:schemeClr val="dk1"/>
              </a:buClr>
              <a:buSzPts val="800"/>
              <a:buFont typeface="Work Sans"/>
              <a:buNone/>
              <a:defRPr sz="800"/>
            </a:lvl2pPr>
            <a:lvl3pPr lvl="2" algn="ctr">
              <a:spcBef>
                <a:spcPts val="0"/>
              </a:spcBef>
              <a:spcAft>
                <a:spcPts val="0"/>
              </a:spcAft>
              <a:buClr>
                <a:schemeClr val="dk1"/>
              </a:buClr>
              <a:buSzPts val="800"/>
              <a:buFont typeface="Work Sans"/>
              <a:buNone/>
              <a:defRPr sz="800"/>
            </a:lvl3pPr>
            <a:lvl4pPr lvl="3" algn="ctr">
              <a:spcBef>
                <a:spcPts val="0"/>
              </a:spcBef>
              <a:spcAft>
                <a:spcPts val="0"/>
              </a:spcAft>
              <a:buClr>
                <a:schemeClr val="dk1"/>
              </a:buClr>
              <a:buSzPts val="800"/>
              <a:buFont typeface="Work Sans"/>
              <a:buNone/>
              <a:defRPr sz="800"/>
            </a:lvl4pPr>
            <a:lvl5pPr lvl="4" algn="ctr">
              <a:spcBef>
                <a:spcPts val="0"/>
              </a:spcBef>
              <a:spcAft>
                <a:spcPts val="0"/>
              </a:spcAft>
              <a:buClr>
                <a:schemeClr val="dk1"/>
              </a:buClr>
              <a:buSzPts val="800"/>
              <a:buFont typeface="Work Sans"/>
              <a:buNone/>
              <a:defRPr sz="800"/>
            </a:lvl5pPr>
            <a:lvl6pPr lvl="5" algn="ctr">
              <a:spcBef>
                <a:spcPts val="0"/>
              </a:spcBef>
              <a:spcAft>
                <a:spcPts val="0"/>
              </a:spcAft>
              <a:buClr>
                <a:schemeClr val="dk1"/>
              </a:buClr>
              <a:buSzPts val="800"/>
              <a:buFont typeface="Work Sans"/>
              <a:buNone/>
              <a:defRPr sz="800"/>
            </a:lvl6pPr>
            <a:lvl7pPr lvl="6" algn="ctr">
              <a:spcBef>
                <a:spcPts val="0"/>
              </a:spcBef>
              <a:spcAft>
                <a:spcPts val="0"/>
              </a:spcAft>
              <a:buClr>
                <a:schemeClr val="dk1"/>
              </a:buClr>
              <a:buSzPts val="800"/>
              <a:buFont typeface="Work Sans"/>
              <a:buNone/>
              <a:defRPr sz="800"/>
            </a:lvl7pPr>
            <a:lvl8pPr lvl="7" algn="ctr">
              <a:spcBef>
                <a:spcPts val="0"/>
              </a:spcBef>
              <a:spcAft>
                <a:spcPts val="0"/>
              </a:spcAft>
              <a:buClr>
                <a:schemeClr val="dk1"/>
              </a:buClr>
              <a:buSzPts val="800"/>
              <a:buFont typeface="Work Sans"/>
              <a:buNone/>
              <a:defRPr sz="800"/>
            </a:lvl8pPr>
            <a:lvl9pPr lvl="8" algn="ctr">
              <a:spcBef>
                <a:spcPts val="0"/>
              </a:spcBef>
              <a:spcAft>
                <a:spcPts val="0"/>
              </a:spcAft>
              <a:buClr>
                <a:schemeClr val="dk1"/>
              </a:buClr>
              <a:buSzPts val="800"/>
              <a:buFont typeface="Work Sans"/>
              <a:buNone/>
              <a:defRPr sz="800"/>
            </a:lvl9pPr>
          </a:lstStyle>
          <a:p/>
        </p:txBody>
      </p:sp>
      <p:sp>
        <p:nvSpPr>
          <p:cNvPr id="429" name="Google Shape;429;p37"/>
          <p:cNvSpPr txBox="1"/>
          <p:nvPr>
            <p:ph idx="8" type="subTitle"/>
          </p:nvPr>
        </p:nvSpPr>
        <p:spPr>
          <a:xfrm>
            <a:off x="743825" y="2108000"/>
            <a:ext cx="14010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1pPr>
            <a:lvl2pPr lvl="1">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2pPr>
            <a:lvl3pPr lvl="2">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3pPr>
            <a:lvl4pPr lvl="3">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4pPr>
            <a:lvl5pPr lvl="4">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5pPr>
            <a:lvl6pPr lvl="5">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6pPr>
            <a:lvl7pPr lvl="6">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7pPr>
            <a:lvl8pPr lvl="7">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8pPr>
            <a:lvl9pPr lvl="8">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9pPr>
          </a:lstStyle>
          <a:p/>
        </p:txBody>
      </p:sp>
      <p:sp>
        <p:nvSpPr>
          <p:cNvPr id="430" name="Google Shape;430;p37"/>
          <p:cNvSpPr txBox="1"/>
          <p:nvPr>
            <p:ph idx="9" type="subTitle"/>
          </p:nvPr>
        </p:nvSpPr>
        <p:spPr>
          <a:xfrm>
            <a:off x="2145150" y="2108000"/>
            <a:ext cx="14010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1pPr>
            <a:lvl2pPr lvl="1">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2pPr>
            <a:lvl3pPr lvl="2">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3pPr>
            <a:lvl4pPr lvl="3">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4pPr>
            <a:lvl5pPr lvl="4">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5pPr>
            <a:lvl6pPr lvl="5">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6pPr>
            <a:lvl7pPr lvl="6">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7pPr>
            <a:lvl8pPr lvl="7">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8pPr>
            <a:lvl9pPr lvl="8">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9pPr>
          </a:lstStyle>
          <a:p/>
        </p:txBody>
      </p:sp>
      <p:sp>
        <p:nvSpPr>
          <p:cNvPr id="431" name="Google Shape;431;p37"/>
          <p:cNvSpPr txBox="1"/>
          <p:nvPr>
            <p:ph idx="13" type="subTitle"/>
          </p:nvPr>
        </p:nvSpPr>
        <p:spPr>
          <a:xfrm>
            <a:off x="3546375" y="2108000"/>
            <a:ext cx="14010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1pPr>
            <a:lvl2pPr lvl="1">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2pPr>
            <a:lvl3pPr lvl="2">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3pPr>
            <a:lvl4pPr lvl="3">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4pPr>
            <a:lvl5pPr lvl="4">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5pPr>
            <a:lvl6pPr lvl="5">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6pPr>
            <a:lvl7pPr lvl="6">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7pPr>
            <a:lvl8pPr lvl="7">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8pPr>
            <a:lvl9pPr lvl="8">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9pPr>
          </a:lstStyle>
          <a:p/>
        </p:txBody>
      </p:sp>
      <p:sp>
        <p:nvSpPr>
          <p:cNvPr id="432" name="Google Shape;432;p37"/>
          <p:cNvSpPr txBox="1"/>
          <p:nvPr>
            <p:ph idx="14" type="subTitle"/>
          </p:nvPr>
        </p:nvSpPr>
        <p:spPr>
          <a:xfrm>
            <a:off x="4947400" y="2108000"/>
            <a:ext cx="14010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1pPr>
            <a:lvl2pPr lvl="1">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2pPr>
            <a:lvl3pPr lvl="2">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3pPr>
            <a:lvl4pPr lvl="3">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4pPr>
            <a:lvl5pPr lvl="4">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5pPr>
            <a:lvl6pPr lvl="5">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6pPr>
            <a:lvl7pPr lvl="6">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7pPr>
            <a:lvl8pPr lvl="7">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8pPr>
            <a:lvl9pPr lvl="8">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9pPr>
          </a:lstStyle>
          <a:p/>
        </p:txBody>
      </p:sp>
      <p:sp>
        <p:nvSpPr>
          <p:cNvPr id="433" name="Google Shape;433;p37"/>
          <p:cNvSpPr txBox="1"/>
          <p:nvPr>
            <p:ph idx="15" type="subTitle"/>
          </p:nvPr>
        </p:nvSpPr>
        <p:spPr>
          <a:xfrm>
            <a:off x="6348500" y="2108000"/>
            <a:ext cx="14010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1pPr>
            <a:lvl2pPr lvl="1">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2pPr>
            <a:lvl3pPr lvl="2">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3pPr>
            <a:lvl4pPr lvl="3">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4pPr>
            <a:lvl5pPr lvl="4">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5pPr>
            <a:lvl6pPr lvl="5">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6pPr>
            <a:lvl7pPr lvl="6">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7pPr>
            <a:lvl8pPr lvl="7">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8pPr>
            <a:lvl9pPr lvl="8">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9pPr>
          </a:lstStyle>
          <a:p/>
        </p:txBody>
      </p:sp>
      <p:sp>
        <p:nvSpPr>
          <p:cNvPr id="434" name="Google Shape;434;p37"/>
          <p:cNvSpPr txBox="1"/>
          <p:nvPr>
            <p:ph idx="16" type="subTitle"/>
          </p:nvPr>
        </p:nvSpPr>
        <p:spPr>
          <a:xfrm>
            <a:off x="7749825" y="2108000"/>
            <a:ext cx="1401000" cy="56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1pPr>
            <a:lvl2pPr lvl="1">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2pPr>
            <a:lvl3pPr lvl="2">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3pPr>
            <a:lvl4pPr lvl="3">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4pPr>
            <a:lvl5pPr lvl="4">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5pPr>
            <a:lvl6pPr lvl="5">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6pPr>
            <a:lvl7pPr lvl="6">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7pPr>
            <a:lvl8pPr lvl="7">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8pPr>
            <a:lvl9pPr lvl="8">
              <a:spcBef>
                <a:spcPts val="0"/>
              </a:spcBef>
              <a:spcAft>
                <a:spcPts val="0"/>
              </a:spcAft>
              <a:buClr>
                <a:schemeClr val="dk1"/>
              </a:buClr>
              <a:buSzPts val="1200"/>
              <a:buFont typeface="Work Sans Medium"/>
              <a:buNone/>
              <a:defRPr>
                <a:latin typeface="Work Sans Medium"/>
                <a:ea typeface="Work Sans Medium"/>
                <a:cs typeface="Work Sans Medium"/>
                <a:sym typeface="Work Sans Medium"/>
              </a:defRPr>
            </a:lvl9pPr>
          </a:lstStyle>
          <a:p/>
        </p:txBody>
      </p:sp>
      <p:sp>
        <p:nvSpPr>
          <p:cNvPr id="435" name="Google Shape;435;p37"/>
          <p:cNvSpPr txBox="1"/>
          <p:nvPr>
            <p:ph idx="17" type="body"/>
          </p:nvPr>
        </p:nvSpPr>
        <p:spPr>
          <a:xfrm>
            <a:off x="744150" y="2748200"/>
            <a:ext cx="1401000" cy="2249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Work Sans"/>
              <a:buChar char="●"/>
              <a:defRPr sz="1000"/>
            </a:lvl1pPr>
            <a:lvl2pPr indent="-292100" lvl="1" marL="914400">
              <a:spcBef>
                <a:spcPts val="0"/>
              </a:spcBef>
              <a:spcAft>
                <a:spcPts val="0"/>
              </a:spcAft>
              <a:buSzPts val="1000"/>
              <a:buFont typeface="Work Sans"/>
              <a:buChar char="○"/>
              <a:defRPr sz="1000"/>
            </a:lvl2pPr>
            <a:lvl3pPr indent="-292100" lvl="2" marL="1371600">
              <a:spcBef>
                <a:spcPts val="0"/>
              </a:spcBef>
              <a:spcAft>
                <a:spcPts val="0"/>
              </a:spcAft>
              <a:buSzPts val="1000"/>
              <a:buFont typeface="Work Sans"/>
              <a:buChar char="■"/>
              <a:defRPr sz="1000"/>
            </a:lvl3pPr>
            <a:lvl4pPr indent="-292100" lvl="3" marL="1828800">
              <a:spcBef>
                <a:spcPts val="0"/>
              </a:spcBef>
              <a:spcAft>
                <a:spcPts val="0"/>
              </a:spcAft>
              <a:buSzPts val="1000"/>
              <a:buFont typeface="Work Sans"/>
              <a:buChar char="●"/>
              <a:defRPr sz="1000"/>
            </a:lvl4pPr>
            <a:lvl5pPr indent="-292100" lvl="4" marL="2286000">
              <a:spcBef>
                <a:spcPts val="0"/>
              </a:spcBef>
              <a:spcAft>
                <a:spcPts val="0"/>
              </a:spcAft>
              <a:buSzPts val="1000"/>
              <a:buFont typeface="Work Sans"/>
              <a:buChar char="○"/>
              <a:defRPr sz="1000"/>
            </a:lvl5pPr>
            <a:lvl6pPr indent="-292100" lvl="5" marL="2743200">
              <a:spcBef>
                <a:spcPts val="0"/>
              </a:spcBef>
              <a:spcAft>
                <a:spcPts val="0"/>
              </a:spcAft>
              <a:buSzPts val="1000"/>
              <a:buFont typeface="Work Sans"/>
              <a:buChar char="■"/>
              <a:defRPr sz="1000"/>
            </a:lvl6pPr>
            <a:lvl7pPr indent="-292100" lvl="6" marL="3200400">
              <a:spcBef>
                <a:spcPts val="0"/>
              </a:spcBef>
              <a:spcAft>
                <a:spcPts val="0"/>
              </a:spcAft>
              <a:buSzPts val="1000"/>
              <a:buFont typeface="Work Sans"/>
              <a:buChar char="●"/>
              <a:defRPr sz="1000"/>
            </a:lvl7pPr>
            <a:lvl8pPr indent="-292100" lvl="7" marL="3657600">
              <a:spcBef>
                <a:spcPts val="0"/>
              </a:spcBef>
              <a:spcAft>
                <a:spcPts val="0"/>
              </a:spcAft>
              <a:buSzPts val="1000"/>
              <a:buFont typeface="Work Sans"/>
              <a:buChar char="○"/>
              <a:defRPr sz="1000"/>
            </a:lvl8pPr>
            <a:lvl9pPr indent="-292100" lvl="8" marL="4114800">
              <a:spcBef>
                <a:spcPts val="0"/>
              </a:spcBef>
              <a:spcAft>
                <a:spcPts val="0"/>
              </a:spcAft>
              <a:buSzPts val="1000"/>
              <a:buFont typeface="Work Sans"/>
              <a:buChar char="■"/>
              <a:defRPr sz="1000"/>
            </a:lvl9pPr>
          </a:lstStyle>
          <a:p/>
        </p:txBody>
      </p:sp>
      <p:sp>
        <p:nvSpPr>
          <p:cNvPr id="436" name="Google Shape;436;p37"/>
          <p:cNvSpPr txBox="1"/>
          <p:nvPr>
            <p:ph idx="18" type="body"/>
          </p:nvPr>
        </p:nvSpPr>
        <p:spPr>
          <a:xfrm>
            <a:off x="2147000" y="2748200"/>
            <a:ext cx="1401000" cy="2249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Work Sans"/>
              <a:buChar char="●"/>
              <a:defRPr sz="1000"/>
            </a:lvl1pPr>
            <a:lvl2pPr indent="-292100" lvl="1" marL="914400">
              <a:spcBef>
                <a:spcPts val="0"/>
              </a:spcBef>
              <a:spcAft>
                <a:spcPts val="0"/>
              </a:spcAft>
              <a:buSzPts val="1000"/>
              <a:buFont typeface="Work Sans"/>
              <a:buChar char="○"/>
              <a:defRPr sz="1000"/>
            </a:lvl2pPr>
            <a:lvl3pPr indent="-292100" lvl="2" marL="1371600">
              <a:spcBef>
                <a:spcPts val="0"/>
              </a:spcBef>
              <a:spcAft>
                <a:spcPts val="0"/>
              </a:spcAft>
              <a:buSzPts val="1000"/>
              <a:buFont typeface="Work Sans"/>
              <a:buChar char="■"/>
              <a:defRPr sz="1000"/>
            </a:lvl3pPr>
            <a:lvl4pPr indent="-292100" lvl="3" marL="1828800">
              <a:spcBef>
                <a:spcPts val="0"/>
              </a:spcBef>
              <a:spcAft>
                <a:spcPts val="0"/>
              </a:spcAft>
              <a:buSzPts val="1000"/>
              <a:buFont typeface="Work Sans"/>
              <a:buChar char="●"/>
              <a:defRPr sz="1000"/>
            </a:lvl4pPr>
            <a:lvl5pPr indent="-292100" lvl="4" marL="2286000">
              <a:spcBef>
                <a:spcPts val="0"/>
              </a:spcBef>
              <a:spcAft>
                <a:spcPts val="0"/>
              </a:spcAft>
              <a:buSzPts val="1000"/>
              <a:buFont typeface="Work Sans"/>
              <a:buChar char="○"/>
              <a:defRPr sz="1000"/>
            </a:lvl5pPr>
            <a:lvl6pPr indent="-292100" lvl="5" marL="2743200">
              <a:spcBef>
                <a:spcPts val="0"/>
              </a:spcBef>
              <a:spcAft>
                <a:spcPts val="0"/>
              </a:spcAft>
              <a:buSzPts val="1000"/>
              <a:buFont typeface="Work Sans"/>
              <a:buChar char="■"/>
              <a:defRPr sz="1000"/>
            </a:lvl6pPr>
            <a:lvl7pPr indent="-292100" lvl="6" marL="3200400">
              <a:spcBef>
                <a:spcPts val="0"/>
              </a:spcBef>
              <a:spcAft>
                <a:spcPts val="0"/>
              </a:spcAft>
              <a:buSzPts val="1000"/>
              <a:buFont typeface="Work Sans"/>
              <a:buChar char="●"/>
              <a:defRPr sz="1000"/>
            </a:lvl7pPr>
            <a:lvl8pPr indent="-292100" lvl="7" marL="3657600">
              <a:spcBef>
                <a:spcPts val="0"/>
              </a:spcBef>
              <a:spcAft>
                <a:spcPts val="0"/>
              </a:spcAft>
              <a:buSzPts val="1000"/>
              <a:buFont typeface="Work Sans"/>
              <a:buChar char="○"/>
              <a:defRPr sz="1000"/>
            </a:lvl8pPr>
            <a:lvl9pPr indent="-292100" lvl="8" marL="4114800">
              <a:spcBef>
                <a:spcPts val="0"/>
              </a:spcBef>
              <a:spcAft>
                <a:spcPts val="0"/>
              </a:spcAft>
              <a:buSzPts val="1000"/>
              <a:buFont typeface="Work Sans"/>
              <a:buChar char="■"/>
              <a:defRPr sz="1000"/>
            </a:lvl9pPr>
          </a:lstStyle>
          <a:p/>
        </p:txBody>
      </p:sp>
      <p:sp>
        <p:nvSpPr>
          <p:cNvPr id="437" name="Google Shape;437;p37"/>
          <p:cNvSpPr txBox="1"/>
          <p:nvPr>
            <p:ph idx="19" type="body"/>
          </p:nvPr>
        </p:nvSpPr>
        <p:spPr>
          <a:xfrm>
            <a:off x="3551275" y="2748200"/>
            <a:ext cx="1401000" cy="2249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Work Sans"/>
              <a:buChar char="●"/>
              <a:defRPr sz="1000"/>
            </a:lvl1pPr>
            <a:lvl2pPr indent="-292100" lvl="1" marL="914400">
              <a:spcBef>
                <a:spcPts val="0"/>
              </a:spcBef>
              <a:spcAft>
                <a:spcPts val="0"/>
              </a:spcAft>
              <a:buSzPts val="1000"/>
              <a:buFont typeface="Work Sans"/>
              <a:buChar char="○"/>
              <a:defRPr sz="1000"/>
            </a:lvl2pPr>
            <a:lvl3pPr indent="-292100" lvl="2" marL="1371600">
              <a:spcBef>
                <a:spcPts val="0"/>
              </a:spcBef>
              <a:spcAft>
                <a:spcPts val="0"/>
              </a:spcAft>
              <a:buSzPts val="1000"/>
              <a:buFont typeface="Work Sans"/>
              <a:buChar char="■"/>
              <a:defRPr sz="1000"/>
            </a:lvl3pPr>
            <a:lvl4pPr indent="-292100" lvl="3" marL="1828800">
              <a:spcBef>
                <a:spcPts val="0"/>
              </a:spcBef>
              <a:spcAft>
                <a:spcPts val="0"/>
              </a:spcAft>
              <a:buSzPts val="1000"/>
              <a:buFont typeface="Work Sans"/>
              <a:buChar char="●"/>
              <a:defRPr sz="1000"/>
            </a:lvl4pPr>
            <a:lvl5pPr indent="-292100" lvl="4" marL="2286000">
              <a:spcBef>
                <a:spcPts val="0"/>
              </a:spcBef>
              <a:spcAft>
                <a:spcPts val="0"/>
              </a:spcAft>
              <a:buSzPts val="1000"/>
              <a:buFont typeface="Work Sans"/>
              <a:buChar char="○"/>
              <a:defRPr sz="1000"/>
            </a:lvl5pPr>
            <a:lvl6pPr indent="-292100" lvl="5" marL="2743200">
              <a:spcBef>
                <a:spcPts val="0"/>
              </a:spcBef>
              <a:spcAft>
                <a:spcPts val="0"/>
              </a:spcAft>
              <a:buSzPts val="1000"/>
              <a:buFont typeface="Work Sans"/>
              <a:buChar char="■"/>
              <a:defRPr sz="1000"/>
            </a:lvl6pPr>
            <a:lvl7pPr indent="-292100" lvl="6" marL="3200400">
              <a:spcBef>
                <a:spcPts val="0"/>
              </a:spcBef>
              <a:spcAft>
                <a:spcPts val="0"/>
              </a:spcAft>
              <a:buSzPts val="1000"/>
              <a:buFont typeface="Work Sans"/>
              <a:buChar char="●"/>
              <a:defRPr sz="1000"/>
            </a:lvl7pPr>
            <a:lvl8pPr indent="-292100" lvl="7" marL="3657600">
              <a:spcBef>
                <a:spcPts val="0"/>
              </a:spcBef>
              <a:spcAft>
                <a:spcPts val="0"/>
              </a:spcAft>
              <a:buSzPts val="1000"/>
              <a:buFont typeface="Work Sans"/>
              <a:buChar char="○"/>
              <a:defRPr sz="1000"/>
            </a:lvl8pPr>
            <a:lvl9pPr indent="-292100" lvl="8" marL="4114800">
              <a:spcBef>
                <a:spcPts val="0"/>
              </a:spcBef>
              <a:spcAft>
                <a:spcPts val="0"/>
              </a:spcAft>
              <a:buSzPts val="1000"/>
              <a:buFont typeface="Work Sans"/>
              <a:buChar char="■"/>
              <a:defRPr sz="1000"/>
            </a:lvl9pPr>
          </a:lstStyle>
          <a:p/>
        </p:txBody>
      </p:sp>
      <p:sp>
        <p:nvSpPr>
          <p:cNvPr id="438" name="Google Shape;438;p37"/>
          <p:cNvSpPr txBox="1"/>
          <p:nvPr>
            <p:ph idx="20" type="body"/>
          </p:nvPr>
        </p:nvSpPr>
        <p:spPr>
          <a:xfrm>
            <a:off x="4948375" y="2748200"/>
            <a:ext cx="1401000" cy="2249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Work Sans"/>
              <a:buChar char="●"/>
              <a:defRPr sz="1000"/>
            </a:lvl1pPr>
            <a:lvl2pPr indent="-292100" lvl="1" marL="914400">
              <a:spcBef>
                <a:spcPts val="0"/>
              </a:spcBef>
              <a:spcAft>
                <a:spcPts val="0"/>
              </a:spcAft>
              <a:buSzPts val="1000"/>
              <a:buFont typeface="Work Sans"/>
              <a:buChar char="○"/>
              <a:defRPr sz="1000"/>
            </a:lvl2pPr>
            <a:lvl3pPr indent="-292100" lvl="2" marL="1371600">
              <a:spcBef>
                <a:spcPts val="0"/>
              </a:spcBef>
              <a:spcAft>
                <a:spcPts val="0"/>
              </a:spcAft>
              <a:buSzPts val="1000"/>
              <a:buFont typeface="Work Sans"/>
              <a:buChar char="■"/>
              <a:defRPr sz="1000"/>
            </a:lvl3pPr>
            <a:lvl4pPr indent="-292100" lvl="3" marL="1828800">
              <a:spcBef>
                <a:spcPts val="0"/>
              </a:spcBef>
              <a:spcAft>
                <a:spcPts val="0"/>
              </a:spcAft>
              <a:buSzPts val="1000"/>
              <a:buFont typeface="Work Sans"/>
              <a:buChar char="●"/>
              <a:defRPr sz="1000"/>
            </a:lvl4pPr>
            <a:lvl5pPr indent="-292100" lvl="4" marL="2286000">
              <a:spcBef>
                <a:spcPts val="0"/>
              </a:spcBef>
              <a:spcAft>
                <a:spcPts val="0"/>
              </a:spcAft>
              <a:buSzPts val="1000"/>
              <a:buFont typeface="Work Sans"/>
              <a:buChar char="○"/>
              <a:defRPr sz="1000"/>
            </a:lvl5pPr>
            <a:lvl6pPr indent="-292100" lvl="5" marL="2743200">
              <a:spcBef>
                <a:spcPts val="0"/>
              </a:spcBef>
              <a:spcAft>
                <a:spcPts val="0"/>
              </a:spcAft>
              <a:buSzPts val="1000"/>
              <a:buFont typeface="Work Sans"/>
              <a:buChar char="■"/>
              <a:defRPr sz="1000"/>
            </a:lvl6pPr>
            <a:lvl7pPr indent="-292100" lvl="6" marL="3200400">
              <a:spcBef>
                <a:spcPts val="0"/>
              </a:spcBef>
              <a:spcAft>
                <a:spcPts val="0"/>
              </a:spcAft>
              <a:buSzPts val="1000"/>
              <a:buFont typeface="Work Sans"/>
              <a:buChar char="●"/>
              <a:defRPr sz="1000"/>
            </a:lvl7pPr>
            <a:lvl8pPr indent="-292100" lvl="7" marL="3657600">
              <a:spcBef>
                <a:spcPts val="0"/>
              </a:spcBef>
              <a:spcAft>
                <a:spcPts val="0"/>
              </a:spcAft>
              <a:buSzPts val="1000"/>
              <a:buFont typeface="Work Sans"/>
              <a:buChar char="○"/>
              <a:defRPr sz="1000"/>
            </a:lvl8pPr>
            <a:lvl9pPr indent="-292100" lvl="8" marL="4114800">
              <a:spcBef>
                <a:spcPts val="0"/>
              </a:spcBef>
              <a:spcAft>
                <a:spcPts val="0"/>
              </a:spcAft>
              <a:buSzPts val="1000"/>
              <a:buFont typeface="Work Sans"/>
              <a:buChar char="■"/>
              <a:defRPr sz="1000"/>
            </a:lvl9pPr>
          </a:lstStyle>
          <a:p/>
        </p:txBody>
      </p:sp>
      <p:sp>
        <p:nvSpPr>
          <p:cNvPr id="439" name="Google Shape;439;p37"/>
          <p:cNvSpPr txBox="1"/>
          <p:nvPr>
            <p:ph idx="21" type="body"/>
          </p:nvPr>
        </p:nvSpPr>
        <p:spPr>
          <a:xfrm>
            <a:off x="6350350" y="2748200"/>
            <a:ext cx="1401000" cy="2249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Work Sans"/>
              <a:buChar char="●"/>
              <a:defRPr sz="1000"/>
            </a:lvl1pPr>
            <a:lvl2pPr indent="-292100" lvl="1" marL="914400">
              <a:spcBef>
                <a:spcPts val="0"/>
              </a:spcBef>
              <a:spcAft>
                <a:spcPts val="0"/>
              </a:spcAft>
              <a:buSzPts val="1000"/>
              <a:buFont typeface="Work Sans"/>
              <a:buChar char="○"/>
              <a:defRPr sz="1000"/>
            </a:lvl2pPr>
            <a:lvl3pPr indent="-292100" lvl="2" marL="1371600">
              <a:spcBef>
                <a:spcPts val="0"/>
              </a:spcBef>
              <a:spcAft>
                <a:spcPts val="0"/>
              </a:spcAft>
              <a:buSzPts val="1000"/>
              <a:buFont typeface="Work Sans"/>
              <a:buChar char="■"/>
              <a:defRPr sz="1000"/>
            </a:lvl3pPr>
            <a:lvl4pPr indent="-292100" lvl="3" marL="1828800">
              <a:spcBef>
                <a:spcPts val="0"/>
              </a:spcBef>
              <a:spcAft>
                <a:spcPts val="0"/>
              </a:spcAft>
              <a:buSzPts val="1000"/>
              <a:buFont typeface="Work Sans"/>
              <a:buChar char="●"/>
              <a:defRPr sz="1000"/>
            </a:lvl4pPr>
            <a:lvl5pPr indent="-292100" lvl="4" marL="2286000">
              <a:spcBef>
                <a:spcPts val="0"/>
              </a:spcBef>
              <a:spcAft>
                <a:spcPts val="0"/>
              </a:spcAft>
              <a:buSzPts val="1000"/>
              <a:buFont typeface="Work Sans"/>
              <a:buChar char="○"/>
              <a:defRPr sz="1000"/>
            </a:lvl5pPr>
            <a:lvl6pPr indent="-292100" lvl="5" marL="2743200">
              <a:spcBef>
                <a:spcPts val="0"/>
              </a:spcBef>
              <a:spcAft>
                <a:spcPts val="0"/>
              </a:spcAft>
              <a:buSzPts val="1000"/>
              <a:buFont typeface="Work Sans"/>
              <a:buChar char="■"/>
              <a:defRPr sz="1000"/>
            </a:lvl6pPr>
            <a:lvl7pPr indent="-292100" lvl="6" marL="3200400">
              <a:spcBef>
                <a:spcPts val="0"/>
              </a:spcBef>
              <a:spcAft>
                <a:spcPts val="0"/>
              </a:spcAft>
              <a:buSzPts val="1000"/>
              <a:buFont typeface="Work Sans"/>
              <a:buChar char="●"/>
              <a:defRPr sz="1000"/>
            </a:lvl7pPr>
            <a:lvl8pPr indent="-292100" lvl="7" marL="3657600">
              <a:spcBef>
                <a:spcPts val="0"/>
              </a:spcBef>
              <a:spcAft>
                <a:spcPts val="0"/>
              </a:spcAft>
              <a:buSzPts val="1000"/>
              <a:buFont typeface="Work Sans"/>
              <a:buChar char="○"/>
              <a:defRPr sz="1000"/>
            </a:lvl8pPr>
            <a:lvl9pPr indent="-292100" lvl="8" marL="4114800">
              <a:spcBef>
                <a:spcPts val="0"/>
              </a:spcBef>
              <a:spcAft>
                <a:spcPts val="0"/>
              </a:spcAft>
              <a:buSzPts val="1000"/>
              <a:buFont typeface="Work Sans"/>
              <a:buChar char="■"/>
              <a:defRPr sz="1000"/>
            </a:lvl9pPr>
          </a:lstStyle>
          <a:p/>
        </p:txBody>
      </p:sp>
      <p:sp>
        <p:nvSpPr>
          <p:cNvPr id="440" name="Google Shape;440;p37"/>
          <p:cNvSpPr txBox="1"/>
          <p:nvPr>
            <p:ph idx="22" type="body"/>
          </p:nvPr>
        </p:nvSpPr>
        <p:spPr>
          <a:xfrm>
            <a:off x="7752325" y="2748200"/>
            <a:ext cx="1401000" cy="2249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Work Sans"/>
              <a:buChar char="●"/>
              <a:defRPr sz="1000"/>
            </a:lvl1pPr>
            <a:lvl2pPr indent="-292100" lvl="1" marL="914400">
              <a:spcBef>
                <a:spcPts val="0"/>
              </a:spcBef>
              <a:spcAft>
                <a:spcPts val="0"/>
              </a:spcAft>
              <a:buSzPts val="1000"/>
              <a:buFont typeface="Work Sans"/>
              <a:buChar char="○"/>
              <a:defRPr sz="1000"/>
            </a:lvl2pPr>
            <a:lvl3pPr indent="-292100" lvl="2" marL="1371600">
              <a:spcBef>
                <a:spcPts val="0"/>
              </a:spcBef>
              <a:spcAft>
                <a:spcPts val="0"/>
              </a:spcAft>
              <a:buSzPts val="1000"/>
              <a:buFont typeface="Work Sans"/>
              <a:buChar char="■"/>
              <a:defRPr sz="1000"/>
            </a:lvl3pPr>
            <a:lvl4pPr indent="-292100" lvl="3" marL="1828800">
              <a:spcBef>
                <a:spcPts val="0"/>
              </a:spcBef>
              <a:spcAft>
                <a:spcPts val="0"/>
              </a:spcAft>
              <a:buSzPts val="1000"/>
              <a:buFont typeface="Work Sans"/>
              <a:buChar char="●"/>
              <a:defRPr sz="1000"/>
            </a:lvl4pPr>
            <a:lvl5pPr indent="-292100" lvl="4" marL="2286000">
              <a:spcBef>
                <a:spcPts val="0"/>
              </a:spcBef>
              <a:spcAft>
                <a:spcPts val="0"/>
              </a:spcAft>
              <a:buSzPts val="1000"/>
              <a:buFont typeface="Work Sans"/>
              <a:buChar char="○"/>
              <a:defRPr sz="1000"/>
            </a:lvl5pPr>
            <a:lvl6pPr indent="-292100" lvl="5" marL="2743200">
              <a:spcBef>
                <a:spcPts val="0"/>
              </a:spcBef>
              <a:spcAft>
                <a:spcPts val="0"/>
              </a:spcAft>
              <a:buSzPts val="1000"/>
              <a:buFont typeface="Work Sans"/>
              <a:buChar char="■"/>
              <a:defRPr sz="1000"/>
            </a:lvl6pPr>
            <a:lvl7pPr indent="-292100" lvl="6" marL="3200400">
              <a:spcBef>
                <a:spcPts val="0"/>
              </a:spcBef>
              <a:spcAft>
                <a:spcPts val="0"/>
              </a:spcAft>
              <a:buSzPts val="1000"/>
              <a:buFont typeface="Work Sans"/>
              <a:buChar char="●"/>
              <a:defRPr sz="1000"/>
            </a:lvl7pPr>
            <a:lvl8pPr indent="-292100" lvl="7" marL="3657600">
              <a:spcBef>
                <a:spcPts val="0"/>
              </a:spcBef>
              <a:spcAft>
                <a:spcPts val="0"/>
              </a:spcAft>
              <a:buSzPts val="1000"/>
              <a:buFont typeface="Work Sans"/>
              <a:buChar char="○"/>
              <a:defRPr sz="1000"/>
            </a:lvl8pPr>
            <a:lvl9pPr indent="-292100" lvl="8" marL="4114800">
              <a:spcBef>
                <a:spcPts val="0"/>
              </a:spcBef>
              <a:spcAft>
                <a:spcPts val="0"/>
              </a:spcAft>
              <a:buSzPts val="1000"/>
              <a:buFont typeface="Work Sans"/>
              <a:buChar char="■"/>
              <a:defRPr sz="1000"/>
            </a:lvl9pPr>
          </a:lstStyle>
          <a:p/>
        </p:txBody>
      </p:sp>
      <p:sp>
        <p:nvSpPr>
          <p:cNvPr id="441" name="Google Shape;441;p37"/>
          <p:cNvSpPr txBox="1"/>
          <p:nvPr>
            <p:ph idx="12" type="sldNum"/>
          </p:nvPr>
        </p:nvSpPr>
        <p:spPr>
          <a:xfrm>
            <a:off x="0" y="145525"/>
            <a:ext cx="747600" cy="393600"/>
          </a:xfrm>
          <a:prstGeom prst="rect">
            <a:avLst/>
          </a:prstGeom>
        </p:spPr>
        <p:txBody>
          <a:bodyPr anchorCtr="0" anchor="t" bIns="91425" lIns="91425" spcFirstLastPara="1" rIns="91425" wrap="square" tIns="91425">
            <a:noAutofit/>
          </a:bodyPr>
          <a:lstStyle>
            <a:lvl1pPr lvl="0" algn="ctr">
              <a:buClr>
                <a:schemeClr val="dk1"/>
              </a:buClr>
              <a:buSzPts val="1100"/>
              <a:buNone/>
              <a:defRPr/>
            </a:lvl1pPr>
            <a:lvl2pPr lvl="1" algn="ctr">
              <a:buClr>
                <a:schemeClr val="dk1"/>
              </a:buClr>
              <a:buSzPts val="1100"/>
              <a:buNone/>
              <a:defRPr/>
            </a:lvl2pPr>
            <a:lvl3pPr lvl="2" algn="ctr">
              <a:buClr>
                <a:schemeClr val="dk1"/>
              </a:buClr>
              <a:buSzPts val="1100"/>
              <a:buNone/>
              <a:defRPr/>
            </a:lvl3pPr>
            <a:lvl4pPr lvl="3" algn="ctr">
              <a:buClr>
                <a:schemeClr val="dk1"/>
              </a:buClr>
              <a:buSzPts val="1100"/>
              <a:buNone/>
              <a:defRPr/>
            </a:lvl4pPr>
            <a:lvl5pPr lvl="4" algn="ctr">
              <a:buClr>
                <a:schemeClr val="dk1"/>
              </a:buClr>
              <a:buSzPts val="1100"/>
              <a:buNone/>
              <a:defRPr/>
            </a:lvl5pPr>
            <a:lvl6pPr lvl="5" algn="ctr">
              <a:buClr>
                <a:schemeClr val="dk1"/>
              </a:buClr>
              <a:buSzPts val="1100"/>
              <a:buNone/>
              <a:defRPr/>
            </a:lvl6pPr>
            <a:lvl7pPr lvl="6" algn="ctr">
              <a:buClr>
                <a:schemeClr val="dk1"/>
              </a:buClr>
              <a:buSzPts val="1100"/>
              <a:buNone/>
              <a:defRPr/>
            </a:lvl7pPr>
            <a:lvl8pPr lvl="7" algn="ctr">
              <a:buClr>
                <a:schemeClr val="dk1"/>
              </a:buClr>
              <a:buSzPts val="1100"/>
              <a:buNone/>
              <a:defRPr/>
            </a:lvl8pPr>
            <a:lvl9pPr lvl="8" algn="ctr">
              <a:buClr>
                <a:schemeClr val="dk1"/>
              </a:buClr>
              <a:buSzPts val="110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442" name="Shape 442"/>
        <p:cNvGrpSpPr/>
        <p:nvPr/>
      </p:nvGrpSpPr>
      <p:grpSpPr>
        <a:xfrm>
          <a:off x="0" y="0"/>
          <a:ext cx="0" cy="0"/>
          <a:chOff x="0" y="0"/>
          <a:chExt cx="0" cy="0"/>
        </a:xfrm>
      </p:grpSpPr>
      <p:sp>
        <p:nvSpPr>
          <p:cNvPr id="443" name="Google Shape;443;p3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44" name="Google Shape;444;p3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445" name="Google Shape;445;p3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46" name="Shape 446"/>
        <p:cNvGrpSpPr/>
        <p:nvPr/>
      </p:nvGrpSpPr>
      <p:grpSpPr>
        <a:xfrm>
          <a:off x="0" y="0"/>
          <a:ext cx="0" cy="0"/>
          <a:chOff x="0" y="0"/>
          <a:chExt cx="0" cy="0"/>
        </a:xfrm>
      </p:grpSpPr>
      <p:sp>
        <p:nvSpPr>
          <p:cNvPr id="447" name="Google Shape;447;p3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48" name="Google Shape;448;p3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449" name="Shape 449"/>
        <p:cNvGrpSpPr/>
        <p:nvPr/>
      </p:nvGrpSpPr>
      <p:grpSpPr>
        <a:xfrm>
          <a:off x="0" y="0"/>
          <a:ext cx="0" cy="0"/>
          <a:chOff x="0" y="0"/>
          <a:chExt cx="0" cy="0"/>
        </a:xfrm>
      </p:grpSpPr>
      <p:sp>
        <p:nvSpPr>
          <p:cNvPr id="450" name="Google Shape;450;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1" name="Google Shape;451;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2" name="Google Shape;452;p4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453" name="Shape 453"/>
        <p:cNvGrpSpPr/>
        <p:nvPr/>
      </p:nvGrpSpPr>
      <p:grpSpPr>
        <a:xfrm>
          <a:off x="0" y="0"/>
          <a:ext cx="0" cy="0"/>
          <a:chOff x="0" y="0"/>
          <a:chExt cx="0" cy="0"/>
        </a:xfrm>
      </p:grpSpPr>
      <p:sp>
        <p:nvSpPr>
          <p:cNvPr id="454" name="Google Shape;454;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5" name="Google Shape;455;p4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6" name="Google Shape;456;p4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7" name="Google Shape;457;p4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458" name="Shape 458"/>
        <p:cNvGrpSpPr/>
        <p:nvPr/>
      </p:nvGrpSpPr>
      <p:grpSpPr>
        <a:xfrm>
          <a:off x="0" y="0"/>
          <a:ext cx="0" cy="0"/>
          <a:chOff x="0" y="0"/>
          <a:chExt cx="0" cy="0"/>
        </a:xfrm>
      </p:grpSpPr>
      <p:sp>
        <p:nvSpPr>
          <p:cNvPr id="459" name="Google Shape;459;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0" name="Google Shape;460;p4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461" name="Shape 461"/>
        <p:cNvGrpSpPr/>
        <p:nvPr/>
      </p:nvGrpSpPr>
      <p:grpSpPr>
        <a:xfrm>
          <a:off x="0" y="0"/>
          <a:ext cx="0" cy="0"/>
          <a:chOff x="0" y="0"/>
          <a:chExt cx="0" cy="0"/>
        </a:xfrm>
      </p:grpSpPr>
      <p:sp>
        <p:nvSpPr>
          <p:cNvPr id="462" name="Google Shape;462;p4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3" name="Google Shape;463;p4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4" name="Google Shape;464;p4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465" name="Shape 465"/>
        <p:cNvGrpSpPr/>
        <p:nvPr/>
      </p:nvGrpSpPr>
      <p:grpSpPr>
        <a:xfrm>
          <a:off x="0" y="0"/>
          <a:ext cx="0" cy="0"/>
          <a:chOff x="0" y="0"/>
          <a:chExt cx="0" cy="0"/>
        </a:xfrm>
      </p:grpSpPr>
      <p:sp>
        <p:nvSpPr>
          <p:cNvPr id="466" name="Google Shape;466;p4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67" name="Google Shape;467;p4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68" name="Shape 468"/>
        <p:cNvGrpSpPr/>
        <p:nvPr/>
      </p:nvGrpSpPr>
      <p:grpSpPr>
        <a:xfrm>
          <a:off x="0" y="0"/>
          <a:ext cx="0" cy="0"/>
          <a:chOff x="0" y="0"/>
          <a:chExt cx="0" cy="0"/>
        </a:xfrm>
      </p:grpSpPr>
      <p:sp>
        <p:nvSpPr>
          <p:cNvPr id="469" name="Google Shape;469;p45"/>
          <p:cNvSpPr/>
          <p:nvPr/>
        </p:nvSpPr>
        <p:spPr>
          <a:xfrm>
            <a:off x="4572000" y="-12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5"/>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71" name="Google Shape;471;p4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72" name="Google Shape;472;p4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3" name="Google Shape;473;p4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74" name="Shape 474"/>
        <p:cNvGrpSpPr/>
        <p:nvPr/>
      </p:nvGrpSpPr>
      <p:grpSpPr>
        <a:xfrm>
          <a:off x="0" y="0"/>
          <a:ext cx="0" cy="0"/>
          <a:chOff x="0" y="0"/>
          <a:chExt cx="0" cy="0"/>
        </a:xfrm>
      </p:grpSpPr>
      <p:sp>
        <p:nvSpPr>
          <p:cNvPr id="475" name="Google Shape;475;p46"/>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
        <p:nvSpPr>
          <p:cNvPr id="476" name="Google Shape;476;p4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77" name="Shape 477"/>
        <p:cNvGrpSpPr/>
        <p:nvPr/>
      </p:nvGrpSpPr>
      <p:grpSpPr>
        <a:xfrm>
          <a:off x="0" y="0"/>
          <a:ext cx="0" cy="0"/>
          <a:chOff x="0" y="0"/>
          <a:chExt cx="0" cy="0"/>
        </a:xfrm>
      </p:grpSpPr>
      <p:sp>
        <p:nvSpPr>
          <p:cNvPr id="478" name="Google Shape;478;p4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9" name="Google Shape;479;p4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480" name="Google Shape;480;p4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1" name="Shape 481"/>
        <p:cNvGrpSpPr/>
        <p:nvPr/>
      </p:nvGrpSpPr>
      <p:grpSpPr>
        <a:xfrm>
          <a:off x="0" y="0"/>
          <a:ext cx="0" cy="0"/>
          <a:chOff x="0" y="0"/>
          <a:chExt cx="0" cy="0"/>
        </a:xfrm>
      </p:grpSpPr>
      <p:sp>
        <p:nvSpPr>
          <p:cNvPr id="482" name="Google Shape;482;p4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483" name="Shape 483"/>
        <p:cNvGrpSpPr/>
        <p:nvPr/>
      </p:nvGrpSpPr>
      <p:grpSpPr>
        <a:xfrm>
          <a:off x="0" y="0"/>
          <a:ext cx="0" cy="0"/>
          <a:chOff x="0" y="0"/>
          <a:chExt cx="0" cy="0"/>
        </a:xfrm>
      </p:grpSpPr>
      <p:sp>
        <p:nvSpPr>
          <p:cNvPr id="484" name="Google Shape;484;p49"/>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5" name="Google Shape;485;p4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86" name="Google Shape;486;p49"/>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87" name="Google Shape;487;p49"/>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88" name="Google Shape;488;p49"/>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89" name="Google Shape;489;p49"/>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0" name="Google Shape;490;p49"/>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1" name="Google Shape;491;p49"/>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492" name="Shape 492"/>
        <p:cNvGrpSpPr/>
        <p:nvPr/>
      </p:nvGrpSpPr>
      <p:grpSpPr>
        <a:xfrm>
          <a:off x="0" y="0"/>
          <a:ext cx="0" cy="0"/>
          <a:chOff x="0" y="0"/>
          <a:chExt cx="0" cy="0"/>
        </a:xfrm>
      </p:grpSpPr>
      <p:sp>
        <p:nvSpPr>
          <p:cNvPr id="493" name="Google Shape;493;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4" name="Google Shape;494;p50"/>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5" name="Google Shape;495;p50"/>
          <p:cNvSpPr/>
          <p:nvPr>
            <p:ph idx="2" type="pic"/>
          </p:nvPr>
        </p:nvSpPr>
        <p:spPr>
          <a:xfrm>
            <a:off x="4992024" y="1152775"/>
            <a:ext cx="3840300" cy="3416400"/>
          </a:xfrm>
          <a:prstGeom prst="rect">
            <a:avLst/>
          </a:prstGeom>
          <a:noFill/>
          <a:ln>
            <a:noFill/>
          </a:ln>
        </p:spPr>
      </p:sp>
      <p:sp>
        <p:nvSpPr>
          <p:cNvPr id="496" name="Google Shape;496;p5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497" name="Shape 497"/>
        <p:cNvGrpSpPr/>
        <p:nvPr/>
      </p:nvGrpSpPr>
      <p:grpSpPr>
        <a:xfrm>
          <a:off x="0" y="0"/>
          <a:ext cx="0" cy="0"/>
          <a:chOff x="0" y="0"/>
          <a:chExt cx="0" cy="0"/>
        </a:xfrm>
      </p:grpSpPr>
      <p:sp>
        <p:nvSpPr>
          <p:cNvPr id="498" name="Google Shape;498;p5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99" name="Google Shape;499;p5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00" name="Google Shape;500;p51"/>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1" name="Google Shape;501;p51"/>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2" name="Google Shape;502;p51"/>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3" name="Google Shape;503;p51"/>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504" name="Shape 504"/>
        <p:cNvGrpSpPr/>
        <p:nvPr/>
      </p:nvGrpSpPr>
      <p:grpSpPr>
        <a:xfrm>
          <a:off x="0" y="0"/>
          <a:ext cx="0" cy="0"/>
          <a:chOff x="0" y="0"/>
          <a:chExt cx="0" cy="0"/>
        </a:xfrm>
      </p:grpSpPr>
      <p:sp>
        <p:nvSpPr>
          <p:cNvPr id="505" name="Google Shape;505;p5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06" name="Google Shape;506;p52"/>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7" name="Google Shape;507;p52"/>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8" name="Google Shape;508;p52"/>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9" name="Google Shape;509;p5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0" name="Google Shape;510;p52"/>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11" name="Google Shape;511;p52"/>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12" name="Google Shape;512;p52"/>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513" name="Shape 513"/>
        <p:cNvGrpSpPr/>
        <p:nvPr/>
      </p:nvGrpSpPr>
      <p:grpSpPr>
        <a:xfrm>
          <a:off x="0" y="0"/>
          <a:ext cx="0" cy="0"/>
          <a:chOff x="0" y="0"/>
          <a:chExt cx="0" cy="0"/>
        </a:xfrm>
      </p:grpSpPr>
      <p:sp>
        <p:nvSpPr>
          <p:cNvPr id="514" name="Google Shape;514;p5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15" name="Google Shape;515;p53"/>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6" name="Google Shape;516;p53"/>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7" name="Google Shape;517;p53"/>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8" name="Google Shape;518;p53"/>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9" name="Google Shape;519;p53"/>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0" name="Google Shape;520;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1" name="Google Shape;521;p53"/>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2" name="Google Shape;522;p53"/>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3" name="Google Shape;523;p53"/>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524" name="Shape 524"/>
        <p:cNvGrpSpPr/>
        <p:nvPr/>
      </p:nvGrpSpPr>
      <p:grpSpPr>
        <a:xfrm>
          <a:off x="0" y="0"/>
          <a:ext cx="0" cy="0"/>
          <a:chOff x="0" y="0"/>
          <a:chExt cx="0" cy="0"/>
        </a:xfrm>
      </p:grpSpPr>
      <p:sp>
        <p:nvSpPr>
          <p:cNvPr id="525" name="Google Shape;525;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6" name="Google Shape;526;p5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7" name="Google Shape;527;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528" name="Shape 528"/>
        <p:cNvGrpSpPr/>
        <p:nvPr/>
      </p:nvGrpSpPr>
      <p:grpSpPr>
        <a:xfrm>
          <a:off x="0" y="0"/>
          <a:ext cx="0" cy="0"/>
          <a:chOff x="0" y="0"/>
          <a:chExt cx="0" cy="0"/>
        </a:xfrm>
      </p:grpSpPr>
      <p:sp>
        <p:nvSpPr>
          <p:cNvPr id="529" name="Google Shape;529;p55"/>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30" name="Google Shape;530;p55"/>
          <p:cNvSpPr/>
          <p:nvPr>
            <p:ph idx="2" type="pic"/>
          </p:nvPr>
        </p:nvSpPr>
        <p:spPr>
          <a:xfrm>
            <a:off x="4804825" y="1133300"/>
            <a:ext cx="4027500" cy="2392800"/>
          </a:xfrm>
          <a:prstGeom prst="rect">
            <a:avLst/>
          </a:prstGeom>
          <a:noFill/>
          <a:ln>
            <a:noFill/>
          </a:ln>
        </p:spPr>
      </p:sp>
      <p:sp>
        <p:nvSpPr>
          <p:cNvPr id="531" name="Google Shape;531;p55"/>
          <p:cNvSpPr/>
          <p:nvPr>
            <p:ph idx="3" type="pic"/>
          </p:nvPr>
        </p:nvSpPr>
        <p:spPr>
          <a:xfrm>
            <a:off x="311725" y="1133300"/>
            <a:ext cx="4027500" cy="2392800"/>
          </a:xfrm>
          <a:prstGeom prst="rect">
            <a:avLst/>
          </a:prstGeom>
          <a:noFill/>
          <a:ln>
            <a:noFill/>
          </a:ln>
        </p:spPr>
      </p:sp>
      <p:sp>
        <p:nvSpPr>
          <p:cNvPr id="532" name="Google Shape;532;p55"/>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33" name="Google Shape;533;p5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4" name="Google Shape;534;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5" name="Google Shape;535;p55"/>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36" name="Google Shape;536;p55"/>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537" name="Shape 537"/>
        <p:cNvGrpSpPr/>
        <p:nvPr/>
      </p:nvGrpSpPr>
      <p:grpSpPr>
        <a:xfrm>
          <a:off x="0" y="0"/>
          <a:ext cx="0" cy="0"/>
          <a:chOff x="0" y="0"/>
          <a:chExt cx="0" cy="0"/>
        </a:xfrm>
      </p:grpSpPr>
      <p:sp>
        <p:nvSpPr>
          <p:cNvPr id="538" name="Google Shape;538;p56"/>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39" name="Google Shape;539;p56"/>
          <p:cNvSpPr/>
          <p:nvPr>
            <p:ph idx="2" type="pic"/>
          </p:nvPr>
        </p:nvSpPr>
        <p:spPr>
          <a:xfrm>
            <a:off x="6205225" y="1128325"/>
            <a:ext cx="2627100" cy="2273100"/>
          </a:xfrm>
          <a:prstGeom prst="rect">
            <a:avLst/>
          </a:prstGeom>
          <a:noFill/>
          <a:ln>
            <a:noFill/>
          </a:ln>
        </p:spPr>
      </p:sp>
      <p:sp>
        <p:nvSpPr>
          <p:cNvPr id="540" name="Google Shape;540;p56"/>
          <p:cNvSpPr/>
          <p:nvPr>
            <p:ph idx="3" type="pic"/>
          </p:nvPr>
        </p:nvSpPr>
        <p:spPr>
          <a:xfrm>
            <a:off x="311725" y="1128325"/>
            <a:ext cx="2627100" cy="2273100"/>
          </a:xfrm>
          <a:prstGeom prst="rect">
            <a:avLst/>
          </a:prstGeom>
          <a:noFill/>
          <a:ln>
            <a:noFill/>
          </a:ln>
        </p:spPr>
      </p:sp>
      <p:sp>
        <p:nvSpPr>
          <p:cNvPr id="541" name="Google Shape;541;p56"/>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42" name="Google Shape;542;p56"/>
          <p:cNvSpPr/>
          <p:nvPr>
            <p:ph idx="5" type="pic"/>
          </p:nvPr>
        </p:nvSpPr>
        <p:spPr>
          <a:xfrm>
            <a:off x="3255250" y="1128325"/>
            <a:ext cx="2627100" cy="2273100"/>
          </a:xfrm>
          <a:prstGeom prst="rect">
            <a:avLst/>
          </a:prstGeom>
          <a:noFill/>
          <a:ln>
            <a:noFill/>
          </a:ln>
        </p:spPr>
      </p:sp>
      <p:sp>
        <p:nvSpPr>
          <p:cNvPr id="543" name="Google Shape;543;p56"/>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44" name="Google Shape;544;p5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5" name="Google Shape;545;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6" name="Google Shape;546;p5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47" name="Google Shape;547;p5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48" name="Google Shape;548;p5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549" name="Shape 549"/>
        <p:cNvGrpSpPr/>
        <p:nvPr/>
      </p:nvGrpSpPr>
      <p:grpSpPr>
        <a:xfrm>
          <a:off x="0" y="0"/>
          <a:ext cx="0" cy="0"/>
          <a:chOff x="0" y="0"/>
          <a:chExt cx="0" cy="0"/>
        </a:xfrm>
      </p:grpSpPr>
      <p:sp>
        <p:nvSpPr>
          <p:cNvPr id="550" name="Google Shape;550;p57"/>
          <p:cNvSpPr/>
          <p:nvPr>
            <p:ph idx="2" type="pic"/>
          </p:nvPr>
        </p:nvSpPr>
        <p:spPr>
          <a:xfrm>
            <a:off x="311700" y="445025"/>
            <a:ext cx="8520600" cy="4218300"/>
          </a:xfrm>
          <a:prstGeom prst="rect">
            <a:avLst/>
          </a:prstGeom>
          <a:noFill/>
          <a:ln>
            <a:noFill/>
          </a:ln>
        </p:spPr>
      </p:sp>
      <p:sp>
        <p:nvSpPr>
          <p:cNvPr id="551" name="Google Shape;551;p5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552" name="Shape 552"/>
        <p:cNvGrpSpPr/>
        <p:nvPr/>
      </p:nvGrpSpPr>
      <p:grpSpPr>
        <a:xfrm>
          <a:off x="0" y="0"/>
          <a:ext cx="0" cy="0"/>
          <a:chOff x="0" y="0"/>
          <a:chExt cx="0" cy="0"/>
        </a:xfrm>
      </p:grpSpPr>
      <p:sp>
        <p:nvSpPr>
          <p:cNvPr id="553" name="Google Shape;553;p5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4" name="Google Shape;554;p58"/>
          <p:cNvSpPr/>
          <p:nvPr>
            <p:ph idx="2" type="pic"/>
          </p:nvPr>
        </p:nvSpPr>
        <p:spPr>
          <a:xfrm>
            <a:off x="3389600" y="118913"/>
            <a:ext cx="1643700" cy="1535100"/>
          </a:xfrm>
          <a:prstGeom prst="rect">
            <a:avLst/>
          </a:prstGeom>
          <a:noFill/>
          <a:ln>
            <a:noFill/>
          </a:ln>
        </p:spPr>
      </p:sp>
      <p:sp>
        <p:nvSpPr>
          <p:cNvPr id="555" name="Google Shape;555;p58"/>
          <p:cNvSpPr/>
          <p:nvPr>
            <p:ph idx="3" type="pic"/>
          </p:nvPr>
        </p:nvSpPr>
        <p:spPr>
          <a:xfrm>
            <a:off x="5195935" y="118913"/>
            <a:ext cx="1643700" cy="1535100"/>
          </a:xfrm>
          <a:prstGeom prst="rect">
            <a:avLst/>
          </a:prstGeom>
          <a:noFill/>
          <a:ln>
            <a:noFill/>
          </a:ln>
        </p:spPr>
      </p:sp>
      <p:sp>
        <p:nvSpPr>
          <p:cNvPr id="556" name="Google Shape;556;p58"/>
          <p:cNvSpPr/>
          <p:nvPr>
            <p:ph idx="4" type="pic"/>
          </p:nvPr>
        </p:nvSpPr>
        <p:spPr>
          <a:xfrm>
            <a:off x="7002270" y="118913"/>
            <a:ext cx="1643700" cy="1535100"/>
          </a:xfrm>
          <a:prstGeom prst="rect">
            <a:avLst/>
          </a:prstGeom>
          <a:noFill/>
          <a:ln>
            <a:noFill/>
          </a:ln>
        </p:spPr>
      </p:sp>
      <p:sp>
        <p:nvSpPr>
          <p:cNvPr id="557" name="Google Shape;557;p58"/>
          <p:cNvSpPr/>
          <p:nvPr>
            <p:ph idx="5" type="pic"/>
          </p:nvPr>
        </p:nvSpPr>
        <p:spPr>
          <a:xfrm>
            <a:off x="3389588" y="1804212"/>
            <a:ext cx="1643700" cy="1535100"/>
          </a:xfrm>
          <a:prstGeom prst="rect">
            <a:avLst/>
          </a:prstGeom>
          <a:noFill/>
          <a:ln>
            <a:noFill/>
          </a:ln>
        </p:spPr>
      </p:sp>
      <p:sp>
        <p:nvSpPr>
          <p:cNvPr id="558" name="Google Shape;558;p58"/>
          <p:cNvSpPr/>
          <p:nvPr>
            <p:ph idx="6" type="pic"/>
          </p:nvPr>
        </p:nvSpPr>
        <p:spPr>
          <a:xfrm>
            <a:off x="5195922" y="1804212"/>
            <a:ext cx="1643700" cy="1535100"/>
          </a:xfrm>
          <a:prstGeom prst="rect">
            <a:avLst/>
          </a:prstGeom>
          <a:noFill/>
          <a:ln>
            <a:noFill/>
          </a:ln>
        </p:spPr>
      </p:sp>
      <p:sp>
        <p:nvSpPr>
          <p:cNvPr id="559" name="Google Shape;559;p58"/>
          <p:cNvSpPr/>
          <p:nvPr>
            <p:ph idx="7" type="pic"/>
          </p:nvPr>
        </p:nvSpPr>
        <p:spPr>
          <a:xfrm>
            <a:off x="7002257" y="1804212"/>
            <a:ext cx="1643700" cy="1535100"/>
          </a:xfrm>
          <a:prstGeom prst="rect">
            <a:avLst/>
          </a:prstGeom>
          <a:noFill/>
          <a:ln>
            <a:noFill/>
          </a:ln>
        </p:spPr>
      </p:sp>
      <p:sp>
        <p:nvSpPr>
          <p:cNvPr id="560" name="Google Shape;560;p58"/>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1" name="Google Shape;561;p58"/>
          <p:cNvSpPr/>
          <p:nvPr>
            <p:ph idx="8" type="pic"/>
          </p:nvPr>
        </p:nvSpPr>
        <p:spPr>
          <a:xfrm>
            <a:off x="3389588" y="3489487"/>
            <a:ext cx="1643700" cy="1535100"/>
          </a:xfrm>
          <a:prstGeom prst="rect">
            <a:avLst/>
          </a:prstGeom>
          <a:noFill/>
          <a:ln>
            <a:noFill/>
          </a:ln>
        </p:spPr>
      </p:sp>
      <p:sp>
        <p:nvSpPr>
          <p:cNvPr id="562" name="Google Shape;562;p58"/>
          <p:cNvSpPr/>
          <p:nvPr>
            <p:ph idx="9" type="pic"/>
          </p:nvPr>
        </p:nvSpPr>
        <p:spPr>
          <a:xfrm>
            <a:off x="5195922" y="3489487"/>
            <a:ext cx="1643700" cy="1535100"/>
          </a:xfrm>
          <a:prstGeom prst="rect">
            <a:avLst/>
          </a:prstGeom>
          <a:noFill/>
          <a:ln>
            <a:noFill/>
          </a:ln>
        </p:spPr>
      </p:sp>
      <p:sp>
        <p:nvSpPr>
          <p:cNvPr id="563" name="Google Shape;563;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68" name="Shape 568"/>
        <p:cNvGrpSpPr/>
        <p:nvPr/>
      </p:nvGrpSpPr>
      <p:grpSpPr>
        <a:xfrm>
          <a:off x="0" y="0"/>
          <a:ext cx="0" cy="0"/>
          <a:chOff x="0" y="0"/>
          <a:chExt cx="0" cy="0"/>
        </a:xfrm>
      </p:grpSpPr>
      <p:sp>
        <p:nvSpPr>
          <p:cNvPr id="569" name="Google Shape;569;p6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70" name="Google Shape;570;p6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1" name="Google Shape;571;p60"/>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72" name="Shape 572"/>
        <p:cNvGrpSpPr/>
        <p:nvPr/>
      </p:nvGrpSpPr>
      <p:grpSpPr>
        <a:xfrm>
          <a:off x="0" y="0"/>
          <a:ext cx="0" cy="0"/>
          <a:chOff x="0" y="0"/>
          <a:chExt cx="0" cy="0"/>
        </a:xfrm>
      </p:grpSpPr>
      <p:sp>
        <p:nvSpPr>
          <p:cNvPr id="573" name="Google Shape;573;p6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74" name="Google Shape;574;p61"/>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575" name="Shape 575"/>
        <p:cNvGrpSpPr/>
        <p:nvPr/>
      </p:nvGrpSpPr>
      <p:grpSpPr>
        <a:xfrm>
          <a:off x="0" y="0"/>
          <a:ext cx="0" cy="0"/>
          <a:chOff x="0" y="0"/>
          <a:chExt cx="0" cy="0"/>
        </a:xfrm>
      </p:grpSpPr>
      <p:sp>
        <p:nvSpPr>
          <p:cNvPr id="576" name="Google Shape;576;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7" name="Google Shape;577;p6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578" name="Google Shape;578;p62"/>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579" name="Shape 579"/>
        <p:cNvGrpSpPr/>
        <p:nvPr/>
      </p:nvGrpSpPr>
      <p:grpSpPr>
        <a:xfrm>
          <a:off x="0" y="0"/>
          <a:ext cx="0" cy="0"/>
          <a:chOff x="0" y="0"/>
          <a:chExt cx="0" cy="0"/>
        </a:xfrm>
      </p:grpSpPr>
      <p:sp>
        <p:nvSpPr>
          <p:cNvPr id="580" name="Google Shape;580;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1" name="Google Shape;581;p6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2" name="Google Shape;582;p63"/>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3" name="Google Shape;583;p63"/>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84" name="Shape 584"/>
        <p:cNvGrpSpPr/>
        <p:nvPr/>
      </p:nvGrpSpPr>
      <p:grpSpPr>
        <a:xfrm>
          <a:off x="0" y="0"/>
          <a:ext cx="0" cy="0"/>
          <a:chOff x="0" y="0"/>
          <a:chExt cx="0" cy="0"/>
        </a:xfrm>
      </p:grpSpPr>
      <p:sp>
        <p:nvSpPr>
          <p:cNvPr id="585" name="Google Shape;585;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6" name="Google Shape;586;p64"/>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87" name="Shape 587"/>
        <p:cNvGrpSpPr/>
        <p:nvPr/>
      </p:nvGrpSpPr>
      <p:grpSpPr>
        <a:xfrm>
          <a:off x="0" y="0"/>
          <a:ext cx="0" cy="0"/>
          <a:chOff x="0" y="0"/>
          <a:chExt cx="0" cy="0"/>
        </a:xfrm>
      </p:grpSpPr>
      <p:sp>
        <p:nvSpPr>
          <p:cNvPr id="588" name="Google Shape;588;p6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89" name="Google Shape;589;p6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0" name="Google Shape;590;p65"/>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591" name="Shape 591"/>
        <p:cNvGrpSpPr/>
        <p:nvPr/>
      </p:nvGrpSpPr>
      <p:grpSpPr>
        <a:xfrm>
          <a:off x="0" y="0"/>
          <a:ext cx="0" cy="0"/>
          <a:chOff x="0" y="0"/>
          <a:chExt cx="0" cy="0"/>
        </a:xfrm>
      </p:grpSpPr>
      <p:sp>
        <p:nvSpPr>
          <p:cNvPr id="592" name="Google Shape;592;p6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93" name="Google Shape;593;p66"/>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594" name="Shape 594"/>
        <p:cNvGrpSpPr/>
        <p:nvPr/>
      </p:nvGrpSpPr>
      <p:grpSpPr>
        <a:xfrm>
          <a:off x="0" y="0"/>
          <a:ext cx="0" cy="0"/>
          <a:chOff x="0" y="0"/>
          <a:chExt cx="0" cy="0"/>
        </a:xfrm>
      </p:grpSpPr>
      <p:sp>
        <p:nvSpPr>
          <p:cNvPr id="595" name="Google Shape;595;p6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97" name="Google Shape;597;p6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98" name="Google Shape;598;p6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599" name="Google Shape;599;p67"/>
          <p:cNvSpPr txBox="1"/>
          <p:nvPr>
            <p:ph idx="12" type="sldNum"/>
          </p:nvPr>
        </p:nvSpPr>
        <p:spPr>
          <a:xfrm>
            <a:off x="8472458" y="4663217"/>
            <a:ext cx="548700" cy="393600"/>
          </a:xfrm>
          <a:prstGeom prst="rect">
            <a:avLst/>
          </a:prstGeom>
          <a:noFill/>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600" name="Shape 600"/>
        <p:cNvGrpSpPr/>
        <p:nvPr/>
      </p:nvGrpSpPr>
      <p:grpSpPr>
        <a:xfrm>
          <a:off x="0" y="0"/>
          <a:ext cx="0" cy="0"/>
          <a:chOff x="0" y="0"/>
          <a:chExt cx="0" cy="0"/>
        </a:xfrm>
      </p:grpSpPr>
      <p:sp>
        <p:nvSpPr>
          <p:cNvPr id="601" name="Google Shape;601;p6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700"/>
              <a:buNone/>
              <a:defRPr/>
            </a:lvl1pPr>
          </a:lstStyle>
          <a:p/>
        </p:txBody>
      </p:sp>
      <p:sp>
        <p:nvSpPr>
          <p:cNvPr id="602" name="Google Shape;602;p68"/>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603" name="Shape 603"/>
        <p:cNvGrpSpPr/>
        <p:nvPr/>
      </p:nvGrpSpPr>
      <p:grpSpPr>
        <a:xfrm>
          <a:off x="0" y="0"/>
          <a:ext cx="0" cy="0"/>
          <a:chOff x="0" y="0"/>
          <a:chExt cx="0" cy="0"/>
        </a:xfrm>
      </p:grpSpPr>
      <p:sp>
        <p:nvSpPr>
          <p:cNvPr id="604" name="Google Shape;604;p6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05" name="Google Shape;605;p6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36550" lvl="0" marL="457200" algn="ctr">
              <a:spcBef>
                <a:spcPts val="0"/>
              </a:spcBef>
              <a:spcAft>
                <a:spcPts val="0"/>
              </a:spcAft>
              <a:buSzPts val="1700"/>
              <a:buChar char="●"/>
              <a:defRPr/>
            </a:lvl1pPr>
            <a:lvl2pPr indent="-323850" lvl="1" marL="914400" algn="ctr">
              <a:spcBef>
                <a:spcPts val="0"/>
              </a:spcBef>
              <a:spcAft>
                <a:spcPts val="0"/>
              </a:spcAft>
              <a:buSzPts val="1500"/>
              <a:buChar char="○"/>
              <a:defRPr/>
            </a:lvl2pPr>
            <a:lvl3pPr indent="-317500" lvl="2" marL="1371600" algn="ctr">
              <a:spcBef>
                <a:spcPts val="0"/>
              </a:spcBef>
              <a:spcAft>
                <a:spcPts val="0"/>
              </a:spcAft>
              <a:buSzPts val="1400"/>
              <a:buChar char="■"/>
              <a:defRPr/>
            </a:lvl3pPr>
            <a:lvl4pPr indent="-311150" lvl="3" marL="1828800" algn="ctr">
              <a:spcBef>
                <a:spcPts val="0"/>
              </a:spcBef>
              <a:spcAft>
                <a:spcPts val="0"/>
              </a:spcAft>
              <a:buSzPts val="1300"/>
              <a:buChar char="●"/>
              <a:defRPr/>
            </a:lvl4pPr>
            <a:lvl5pPr indent="-304800" lvl="4" marL="2286000" algn="ctr">
              <a:spcBef>
                <a:spcPts val="0"/>
              </a:spcBef>
              <a:spcAft>
                <a:spcPts val="0"/>
              </a:spcAft>
              <a:buSzPts val="1200"/>
              <a:buChar char="○"/>
              <a:defRPr/>
            </a:lvl5pPr>
            <a:lvl6pPr indent="-298450" lvl="5" marL="2743200" algn="ctr">
              <a:spcBef>
                <a:spcPts val="0"/>
              </a:spcBef>
              <a:spcAft>
                <a:spcPts val="0"/>
              </a:spcAft>
              <a:buSzPts val="1100"/>
              <a:buChar char="■"/>
              <a:defRPr/>
            </a:lvl6pPr>
            <a:lvl7pPr indent="-292100" lvl="6" marL="3200400" algn="ctr">
              <a:spcBef>
                <a:spcPts val="0"/>
              </a:spcBef>
              <a:spcAft>
                <a:spcPts val="0"/>
              </a:spcAft>
              <a:buSzPts val="1000"/>
              <a:buChar char="●"/>
              <a:defRPr/>
            </a:lvl7pPr>
            <a:lvl8pPr indent="-285750" lvl="7" marL="3657600" algn="ctr">
              <a:spcBef>
                <a:spcPts val="0"/>
              </a:spcBef>
              <a:spcAft>
                <a:spcPts val="0"/>
              </a:spcAft>
              <a:buSzPts val="900"/>
              <a:buChar char="○"/>
              <a:defRPr/>
            </a:lvl8pPr>
            <a:lvl9pPr indent="-279400" lvl="8" marL="4114800" algn="ctr">
              <a:spcBef>
                <a:spcPts val="0"/>
              </a:spcBef>
              <a:spcAft>
                <a:spcPts val="0"/>
              </a:spcAft>
              <a:buSzPts val="800"/>
              <a:buChar char="■"/>
              <a:defRPr/>
            </a:lvl9pPr>
          </a:lstStyle>
          <a:p/>
        </p:txBody>
      </p:sp>
      <p:sp>
        <p:nvSpPr>
          <p:cNvPr id="606" name="Google Shape;606;p69"/>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607" name="Shape 607"/>
        <p:cNvGrpSpPr/>
        <p:nvPr/>
      </p:nvGrpSpPr>
      <p:grpSpPr>
        <a:xfrm>
          <a:off x="0" y="0"/>
          <a:ext cx="0" cy="0"/>
          <a:chOff x="0" y="0"/>
          <a:chExt cx="0" cy="0"/>
        </a:xfrm>
      </p:grpSpPr>
      <p:sp>
        <p:nvSpPr>
          <p:cNvPr id="608" name="Google Shape;608;p70"/>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609" name="Shape 609"/>
        <p:cNvGrpSpPr/>
        <p:nvPr/>
      </p:nvGrpSpPr>
      <p:grpSpPr>
        <a:xfrm>
          <a:off x="0" y="0"/>
          <a:ext cx="0" cy="0"/>
          <a:chOff x="0" y="0"/>
          <a:chExt cx="0" cy="0"/>
        </a:xfrm>
      </p:grpSpPr>
      <p:sp>
        <p:nvSpPr>
          <p:cNvPr id="610" name="Google Shape;610;p7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1" name="Google Shape;611;p71"/>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12" name="Google Shape;612;p7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3" name="Google Shape;613;p7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4" name="Google Shape;614;p7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5" name="Google Shape;615;p7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6" name="Google Shape;616;p7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7" name="Google Shape;617;p7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618" name="Shape 618"/>
        <p:cNvGrpSpPr/>
        <p:nvPr/>
      </p:nvGrpSpPr>
      <p:grpSpPr>
        <a:xfrm>
          <a:off x="0" y="0"/>
          <a:ext cx="0" cy="0"/>
          <a:chOff x="0" y="0"/>
          <a:chExt cx="0" cy="0"/>
        </a:xfrm>
      </p:grpSpPr>
      <p:sp>
        <p:nvSpPr>
          <p:cNvPr id="619" name="Google Shape;619;p7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0" name="Google Shape;620;p72"/>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21" name="Google Shape;621;p72"/>
          <p:cNvSpPr/>
          <p:nvPr>
            <p:ph idx="2" type="pic"/>
          </p:nvPr>
        </p:nvSpPr>
        <p:spPr>
          <a:xfrm>
            <a:off x="4992024" y="1152775"/>
            <a:ext cx="3840300" cy="3416400"/>
          </a:xfrm>
          <a:prstGeom prst="rect">
            <a:avLst/>
          </a:prstGeom>
          <a:noFill/>
          <a:ln>
            <a:noFill/>
          </a:ln>
        </p:spPr>
      </p:sp>
      <p:sp>
        <p:nvSpPr>
          <p:cNvPr id="622" name="Google Shape;622;p72"/>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2">
    <p:spTree>
      <p:nvGrpSpPr>
        <p:cNvPr id="623" name="Shape 623"/>
        <p:cNvGrpSpPr/>
        <p:nvPr/>
      </p:nvGrpSpPr>
      <p:grpSpPr>
        <a:xfrm>
          <a:off x="0" y="0"/>
          <a:ext cx="0" cy="0"/>
          <a:chOff x="0" y="0"/>
          <a:chExt cx="0" cy="0"/>
        </a:xfrm>
      </p:grpSpPr>
      <p:sp>
        <p:nvSpPr>
          <p:cNvPr id="624" name="Google Shape;624;p73"/>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25" name="Google Shape;625;p7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26" name="Google Shape;626;p73"/>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27" name="Google Shape;627;p7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28" name="Google Shape;628;p7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9" name="Google Shape;629;p7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630" name="Shape 630"/>
        <p:cNvGrpSpPr/>
        <p:nvPr/>
      </p:nvGrpSpPr>
      <p:grpSpPr>
        <a:xfrm>
          <a:off x="0" y="0"/>
          <a:ext cx="0" cy="0"/>
          <a:chOff x="0" y="0"/>
          <a:chExt cx="0" cy="0"/>
        </a:xfrm>
      </p:grpSpPr>
      <p:sp>
        <p:nvSpPr>
          <p:cNvPr id="631" name="Google Shape;631;p74"/>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32" name="Google Shape;632;p74"/>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33" name="Google Shape;633;p7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34" name="Google Shape;634;p74"/>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35" name="Google Shape;635;p7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36" name="Google Shape;636;p74"/>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7" name="Google Shape;637;p74"/>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8" name="Google Shape;638;p74"/>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639" name="Shape 639"/>
        <p:cNvGrpSpPr/>
        <p:nvPr/>
      </p:nvGrpSpPr>
      <p:grpSpPr>
        <a:xfrm>
          <a:off x="0" y="0"/>
          <a:ext cx="0" cy="0"/>
          <a:chOff x="0" y="0"/>
          <a:chExt cx="0" cy="0"/>
        </a:xfrm>
      </p:grpSpPr>
      <p:sp>
        <p:nvSpPr>
          <p:cNvPr id="640" name="Google Shape;640;p75"/>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41" name="Google Shape;641;p75"/>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42" name="Google Shape;642;p7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43" name="Google Shape;643;p7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44" name="Google Shape;644;p7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645" name="Google Shape;645;p7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46" name="Google Shape;646;p7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7" name="Google Shape;647;p7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8" name="Google Shape;648;p7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9" name="Google Shape;649;p7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650" name="Shape 650"/>
        <p:cNvGrpSpPr/>
        <p:nvPr/>
      </p:nvGrpSpPr>
      <p:grpSpPr>
        <a:xfrm>
          <a:off x="0" y="0"/>
          <a:ext cx="0" cy="0"/>
          <a:chOff x="0" y="0"/>
          <a:chExt cx="0" cy="0"/>
        </a:xfrm>
      </p:grpSpPr>
      <p:sp>
        <p:nvSpPr>
          <p:cNvPr id="651" name="Google Shape;651;p7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2" name="Google Shape;652;p76"/>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53" name="Google Shape;653;p7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654" name="Shape 654"/>
        <p:cNvGrpSpPr/>
        <p:nvPr/>
      </p:nvGrpSpPr>
      <p:grpSpPr>
        <a:xfrm>
          <a:off x="0" y="0"/>
          <a:ext cx="0" cy="0"/>
          <a:chOff x="0" y="0"/>
          <a:chExt cx="0" cy="0"/>
        </a:xfrm>
      </p:grpSpPr>
      <p:sp>
        <p:nvSpPr>
          <p:cNvPr id="655" name="Google Shape;655;p77"/>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56" name="Google Shape;656;p77"/>
          <p:cNvSpPr/>
          <p:nvPr>
            <p:ph idx="2" type="pic"/>
          </p:nvPr>
        </p:nvSpPr>
        <p:spPr>
          <a:xfrm>
            <a:off x="4804825" y="1133300"/>
            <a:ext cx="4027500" cy="2392800"/>
          </a:xfrm>
          <a:prstGeom prst="rect">
            <a:avLst/>
          </a:prstGeom>
          <a:noFill/>
          <a:ln>
            <a:noFill/>
          </a:ln>
        </p:spPr>
      </p:sp>
      <p:sp>
        <p:nvSpPr>
          <p:cNvPr id="657" name="Google Shape;657;p77"/>
          <p:cNvSpPr/>
          <p:nvPr>
            <p:ph idx="3" type="pic"/>
          </p:nvPr>
        </p:nvSpPr>
        <p:spPr>
          <a:xfrm>
            <a:off x="311725" y="1133300"/>
            <a:ext cx="4027500" cy="2392800"/>
          </a:xfrm>
          <a:prstGeom prst="rect">
            <a:avLst/>
          </a:prstGeom>
          <a:noFill/>
          <a:ln>
            <a:noFill/>
          </a:ln>
        </p:spPr>
      </p:sp>
      <p:sp>
        <p:nvSpPr>
          <p:cNvPr id="658" name="Google Shape;658;p7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59" name="Google Shape;659;p77"/>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60" name="Google Shape;660;p7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1" name="Google Shape;661;p7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62" name="Google Shape;662;p7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663" name="Shape 663"/>
        <p:cNvGrpSpPr/>
        <p:nvPr/>
      </p:nvGrpSpPr>
      <p:grpSpPr>
        <a:xfrm>
          <a:off x="0" y="0"/>
          <a:ext cx="0" cy="0"/>
          <a:chOff x="0" y="0"/>
          <a:chExt cx="0" cy="0"/>
        </a:xfrm>
      </p:grpSpPr>
      <p:sp>
        <p:nvSpPr>
          <p:cNvPr id="664" name="Google Shape;664;p78"/>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65" name="Google Shape;665;p78"/>
          <p:cNvSpPr/>
          <p:nvPr>
            <p:ph idx="2" type="pic"/>
          </p:nvPr>
        </p:nvSpPr>
        <p:spPr>
          <a:xfrm>
            <a:off x="6205225" y="1128325"/>
            <a:ext cx="2627100" cy="2273100"/>
          </a:xfrm>
          <a:prstGeom prst="rect">
            <a:avLst/>
          </a:prstGeom>
          <a:noFill/>
          <a:ln>
            <a:noFill/>
          </a:ln>
        </p:spPr>
      </p:sp>
      <p:sp>
        <p:nvSpPr>
          <p:cNvPr id="666" name="Google Shape;666;p78"/>
          <p:cNvSpPr/>
          <p:nvPr>
            <p:ph idx="3" type="pic"/>
          </p:nvPr>
        </p:nvSpPr>
        <p:spPr>
          <a:xfrm>
            <a:off x="311725" y="1128325"/>
            <a:ext cx="2627100" cy="2273100"/>
          </a:xfrm>
          <a:prstGeom prst="rect">
            <a:avLst/>
          </a:prstGeom>
          <a:noFill/>
          <a:ln>
            <a:noFill/>
          </a:ln>
        </p:spPr>
      </p:sp>
      <p:sp>
        <p:nvSpPr>
          <p:cNvPr id="667" name="Google Shape;667;p7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68" name="Google Shape;668;p78"/>
          <p:cNvSpPr/>
          <p:nvPr>
            <p:ph idx="5" type="pic"/>
          </p:nvPr>
        </p:nvSpPr>
        <p:spPr>
          <a:xfrm>
            <a:off x="3255250" y="1128325"/>
            <a:ext cx="2627100" cy="2273100"/>
          </a:xfrm>
          <a:prstGeom prst="rect">
            <a:avLst/>
          </a:prstGeom>
          <a:noFill/>
          <a:ln>
            <a:noFill/>
          </a:ln>
        </p:spPr>
      </p:sp>
      <p:sp>
        <p:nvSpPr>
          <p:cNvPr id="669" name="Google Shape;669;p7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0" name="Google Shape;670;p78"/>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71" name="Google Shape;671;p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2" name="Google Shape;672;p7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73" name="Google Shape;673;p7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74" name="Google Shape;674;p7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675" name="Shape 675"/>
        <p:cNvGrpSpPr/>
        <p:nvPr/>
      </p:nvGrpSpPr>
      <p:grpSpPr>
        <a:xfrm>
          <a:off x="0" y="0"/>
          <a:ext cx="0" cy="0"/>
          <a:chOff x="0" y="0"/>
          <a:chExt cx="0" cy="0"/>
        </a:xfrm>
      </p:grpSpPr>
      <p:sp>
        <p:nvSpPr>
          <p:cNvPr id="676" name="Google Shape;676;p79"/>
          <p:cNvSpPr/>
          <p:nvPr>
            <p:ph idx="2" type="pic"/>
          </p:nvPr>
        </p:nvSpPr>
        <p:spPr>
          <a:xfrm>
            <a:off x="311700" y="445025"/>
            <a:ext cx="8520600" cy="4218300"/>
          </a:xfrm>
          <a:prstGeom prst="rect">
            <a:avLst/>
          </a:prstGeom>
          <a:noFill/>
          <a:ln>
            <a:noFill/>
          </a:ln>
        </p:spPr>
      </p:sp>
      <p:sp>
        <p:nvSpPr>
          <p:cNvPr id="677" name="Google Shape;677;p79"/>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678" name="Shape 678"/>
        <p:cNvGrpSpPr/>
        <p:nvPr/>
      </p:nvGrpSpPr>
      <p:grpSpPr>
        <a:xfrm>
          <a:off x="0" y="0"/>
          <a:ext cx="0" cy="0"/>
          <a:chOff x="0" y="0"/>
          <a:chExt cx="0" cy="0"/>
        </a:xfrm>
      </p:grpSpPr>
      <p:sp>
        <p:nvSpPr>
          <p:cNvPr id="679" name="Google Shape;679;p80"/>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80" name="Google Shape;680;p80"/>
          <p:cNvSpPr/>
          <p:nvPr>
            <p:ph idx="2" type="pic"/>
          </p:nvPr>
        </p:nvSpPr>
        <p:spPr>
          <a:xfrm>
            <a:off x="3389600" y="118913"/>
            <a:ext cx="1643700" cy="1535100"/>
          </a:xfrm>
          <a:prstGeom prst="rect">
            <a:avLst/>
          </a:prstGeom>
          <a:noFill/>
          <a:ln>
            <a:noFill/>
          </a:ln>
        </p:spPr>
      </p:sp>
      <p:sp>
        <p:nvSpPr>
          <p:cNvPr id="681" name="Google Shape;681;p80"/>
          <p:cNvSpPr/>
          <p:nvPr>
            <p:ph idx="3" type="pic"/>
          </p:nvPr>
        </p:nvSpPr>
        <p:spPr>
          <a:xfrm>
            <a:off x="5195935" y="118913"/>
            <a:ext cx="1643700" cy="1535100"/>
          </a:xfrm>
          <a:prstGeom prst="rect">
            <a:avLst/>
          </a:prstGeom>
          <a:noFill/>
          <a:ln>
            <a:noFill/>
          </a:ln>
        </p:spPr>
      </p:sp>
      <p:sp>
        <p:nvSpPr>
          <p:cNvPr id="682" name="Google Shape;682;p80"/>
          <p:cNvSpPr/>
          <p:nvPr>
            <p:ph idx="4" type="pic"/>
          </p:nvPr>
        </p:nvSpPr>
        <p:spPr>
          <a:xfrm>
            <a:off x="7002270" y="118913"/>
            <a:ext cx="1643700" cy="1535100"/>
          </a:xfrm>
          <a:prstGeom prst="rect">
            <a:avLst/>
          </a:prstGeom>
          <a:noFill/>
          <a:ln>
            <a:noFill/>
          </a:ln>
        </p:spPr>
      </p:sp>
      <p:sp>
        <p:nvSpPr>
          <p:cNvPr id="683" name="Google Shape;683;p80"/>
          <p:cNvSpPr/>
          <p:nvPr>
            <p:ph idx="5" type="pic"/>
          </p:nvPr>
        </p:nvSpPr>
        <p:spPr>
          <a:xfrm>
            <a:off x="3389588" y="1804212"/>
            <a:ext cx="1643700" cy="1535100"/>
          </a:xfrm>
          <a:prstGeom prst="rect">
            <a:avLst/>
          </a:prstGeom>
          <a:noFill/>
          <a:ln>
            <a:noFill/>
          </a:ln>
        </p:spPr>
      </p:sp>
      <p:sp>
        <p:nvSpPr>
          <p:cNvPr id="684" name="Google Shape;684;p80"/>
          <p:cNvSpPr/>
          <p:nvPr>
            <p:ph idx="6" type="pic"/>
          </p:nvPr>
        </p:nvSpPr>
        <p:spPr>
          <a:xfrm>
            <a:off x="5195922" y="1804212"/>
            <a:ext cx="1643700" cy="1535100"/>
          </a:xfrm>
          <a:prstGeom prst="rect">
            <a:avLst/>
          </a:prstGeom>
          <a:noFill/>
          <a:ln>
            <a:noFill/>
          </a:ln>
        </p:spPr>
      </p:sp>
      <p:sp>
        <p:nvSpPr>
          <p:cNvPr id="685" name="Google Shape;685;p80"/>
          <p:cNvSpPr/>
          <p:nvPr>
            <p:ph idx="7" type="pic"/>
          </p:nvPr>
        </p:nvSpPr>
        <p:spPr>
          <a:xfrm>
            <a:off x="7002257" y="1804212"/>
            <a:ext cx="1643700" cy="1535100"/>
          </a:xfrm>
          <a:prstGeom prst="rect">
            <a:avLst/>
          </a:prstGeom>
          <a:noFill/>
          <a:ln>
            <a:noFill/>
          </a:ln>
        </p:spPr>
      </p:sp>
      <p:sp>
        <p:nvSpPr>
          <p:cNvPr id="686" name="Google Shape;686;p8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7" name="Google Shape;687;p80"/>
          <p:cNvSpPr/>
          <p:nvPr>
            <p:ph idx="8" type="pic"/>
          </p:nvPr>
        </p:nvSpPr>
        <p:spPr>
          <a:xfrm>
            <a:off x="3389588" y="3489487"/>
            <a:ext cx="1643700" cy="1535100"/>
          </a:xfrm>
          <a:prstGeom prst="rect">
            <a:avLst/>
          </a:prstGeom>
          <a:noFill/>
          <a:ln>
            <a:noFill/>
          </a:ln>
        </p:spPr>
      </p:sp>
      <p:sp>
        <p:nvSpPr>
          <p:cNvPr id="688" name="Google Shape;688;p80"/>
          <p:cNvSpPr/>
          <p:nvPr>
            <p:ph idx="9" type="pic"/>
          </p:nvPr>
        </p:nvSpPr>
        <p:spPr>
          <a:xfrm>
            <a:off x="5195922" y="3489487"/>
            <a:ext cx="1643700" cy="1535100"/>
          </a:xfrm>
          <a:prstGeom prst="rect">
            <a:avLst/>
          </a:prstGeom>
          <a:noFill/>
          <a:ln>
            <a:noFill/>
          </a:ln>
        </p:spPr>
      </p:sp>
      <p:sp>
        <p:nvSpPr>
          <p:cNvPr id="689" name="Google Shape;689;p8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Roadmap" type="title">
  <p:cSld name="TITLE">
    <p:bg>
      <p:bgPr>
        <a:solidFill>
          <a:schemeClr val="accent3"/>
        </a:solidFill>
      </p:bgPr>
    </p:bg>
    <p:spTree>
      <p:nvGrpSpPr>
        <p:cNvPr id="690" name="Shape 690"/>
        <p:cNvGrpSpPr/>
        <p:nvPr/>
      </p:nvGrpSpPr>
      <p:grpSpPr>
        <a:xfrm>
          <a:off x="0" y="0"/>
          <a:ext cx="0" cy="0"/>
          <a:chOff x="0" y="0"/>
          <a:chExt cx="0" cy="0"/>
        </a:xfrm>
      </p:grpSpPr>
      <p:sp>
        <p:nvSpPr>
          <p:cNvPr id="691" name="Google Shape;691;p81"/>
          <p:cNvSpPr txBox="1"/>
          <p:nvPr>
            <p:ph idx="12" type="sldNum"/>
          </p:nvPr>
        </p:nvSpPr>
        <p:spPr>
          <a:xfrm>
            <a:off x="8359800" y="4851000"/>
            <a:ext cx="261300" cy="292500"/>
          </a:xfrm>
          <a:prstGeom prst="rect">
            <a:avLst/>
          </a:prstGeom>
        </p:spPr>
        <p:txBody>
          <a:bodyPr anchorCtr="0" anchor="ctr" bIns="91425" lIns="0" spcFirstLastPara="1" rIns="0" wrap="square" tIns="0">
            <a:noAutofit/>
          </a:bodyPr>
          <a:lstStyle>
            <a:lvl1pPr lvl="0" rtl="0" algn="ctr">
              <a:buNone/>
              <a:defRPr/>
            </a:lvl1pPr>
            <a:lvl2pPr lvl="1" rtl="0" algn="ctr">
              <a:buNone/>
              <a:defRPr/>
            </a:lvl2pPr>
            <a:lvl3pPr lvl="2" rtl="0" algn="ctr">
              <a:buNone/>
              <a:defRPr/>
            </a:lvl3pPr>
            <a:lvl4pPr lvl="3" rtl="0" algn="ctr">
              <a:buNone/>
              <a:defRPr/>
            </a:lvl4pPr>
            <a:lvl5pPr lvl="4" rtl="0" algn="ctr">
              <a:buNone/>
              <a:defRPr/>
            </a:lvl5pPr>
            <a:lvl6pPr lvl="5" rtl="0" algn="ctr">
              <a:buNone/>
              <a:defRPr/>
            </a:lvl6pPr>
            <a:lvl7pPr lvl="6" rtl="0" algn="ctr">
              <a:buNone/>
              <a:defRPr/>
            </a:lvl7pPr>
            <a:lvl8pPr lvl="7" rtl="0" algn="ctr">
              <a:buNone/>
              <a:defRPr/>
            </a:lvl8pPr>
            <a:lvl9pPr lvl="8" rtl="0" algn="ctr">
              <a:buNone/>
              <a:defRPr/>
            </a:lvl9pPr>
          </a:lstStyle>
          <a:p>
            <a:pPr indent="0" lvl="0" marL="0" rtl="0" algn="ctr">
              <a:spcBef>
                <a:spcPts val="0"/>
              </a:spcBef>
              <a:spcAft>
                <a:spcPts val="0"/>
              </a:spcAft>
              <a:buNone/>
            </a:pPr>
            <a:fld id="{00000000-1234-1234-1234-123412341234}" type="slidenum">
              <a:rPr lang="en"/>
              <a:t>‹#›</a:t>
            </a:fld>
            <a:endParaRPr/>
          </a:p>
        </p:txBody>
      </p:sp>
      <p:sp>
        <p:nvSpPr>
          <p:cNvPr id="692" name="Google Shape;692;p81"/>
          <p:cNvSpPr txBox="1"/>
          <p:nvPr>
            <p:ph type="title"/>
          </p:nvPr>
        </p:nvSpPr>
        <p:spPr>
          <a:xfrm>
            <a:off x="303700" y="355500"/>
            <a:ext cx="8421600" cy="11961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Clr>
                <a:schemeClr val="dk1"/>
              </a:buClr>
              <a:buSzPts val="8000"/>
              <a:buNone/>
              <a:defRPr sz="8000">
                <a:solidFill>
                  <a:schemeClr val="dk1"/>
                </a:solidFill>
                <a:latin typeface="Lexend"/>
                <a:ea typeface="Lexend"/>
                <a:cs typeface="Lexend"/>
                <a:sym typeface="Lexend"/>
              </a:defRPr>
            </a:lvl1pPr>
            <a:lvl2pPr lvl="1">
              <a:lnSpc>
                <a:spcPct val="70000"/>
              </a:lnSpc>
              <a:spcBef>
                <a:spcPts val="0"/>
              </a:spcBef>
              <a:spcAft>
                <a:spcPts val="0"/>
              </a:spcAft>
              <a:buClr>
                <a:schemeClr val="dk1"/>
              </a:buClr>
              <a:buSzPts val="8000"/>
              <a:buNone/>
              <a:defRPr sz="8000">
                <a:solidFill>
                  <a:schemeClr val="dk1"/>
                </a:solidFill>
              </a:defRPr>
            </a:lvl2pPr>
            <a:lvl3pPr lvl="2">
              <a:lnSpc>
                <a:spcPct val="70000"/>
              </a:lnSpc>
              <a:spcBef>
                <a:spcPts val="0"/>
              </a:spcBef>
              <a:spcAft>
                <a:spcPts val="0"/>
              </a:spcAft>
              <a:buClr>
                <a:schemeClr val="dk1"/>
              </a:buClr>
              <a:buSzPts val="8000"/>
              <a:buNone/>
              <a:defRPr sz="8000">
                <a:solidFill>
                  <a:schemeClr val="dk1"/>
                </a:solidFill>
              </a:defRPr>
            </a:lvl3pPr>
            <a:lvl4pPr lvl="3">
              <a:lnSpc>
                <a:spcPct val="70000"/>
              </a:lnSpc>
              <a:spcBef>
                <a:spcPts val="0"/>
              </a:spcBef>
              <a:spcAft>
                <a:spcPts val="0"/>
              </a:spcAft>
              <a:buClr>
                <a:schemeClr val="dk1"/>
              </a:buClr>
              <a:buSzPts val="8000"/>
              <a:buNone/>
              <a:defRPr sz="8000">
                <a:solidFill>
                  <a:schemeClr val="dk1"/>
                </a:solidFill>
              </a:defRPr>
            </a:lvl4pPr>
            <a:lvl5pPr lvl="4">
              <a:lnSpc>
                <a:spcPct val="70000"/>
              </a:lnSpc>
              <a:spcBef>
                <a:spcPts val="0"/>
              </a:spcBef>
              <a:spcAft>
                <a:spcPts val="0"/>
              </a:spcAft>
              <a:buClr>
                <a:schemeClr val="dk1"/>
              </a:buClr>
              <a:buSzPts val="8000"/>
              <a:buNone/>
              <a:defRPr sz="8000">
                <a:solidFill>
                  <a:schemeClr val="dk1"/>
                </a:solidFill>
              </a:defRPr>
            </a:lvl5pPr>
            <a:lvl6pPr lvl="5">
              <a:lnSpc>
                <a:spcPct val="70000"/>
              </a:lnSpc>
              <a:spcBef>
                <a:spcPts val="0"/>
              </a:spcBef>
              <a:spcAft>
                <a:spcPts val="0"/>
              </a:spcAft>
              <a:buClr>
                <a:schemeClr val="dk1"/>
              </a:buClr>
              <a:buSzPts val="8000"/>
              <a:buNone/>
              <a:defRPr sz="8000">
                <a:solidFill>
                  <a:schemeClr val="dk1"/>
                </a:solidFill>
              </a:defRPr>
            </a:lvl6pPr>
            <a:lvl7pPr lvl="6">
              <a:lnSpc>
                <a:spcPct val="70000"/>
              </a:lnSpc>
              <a:spcBef>
                <a:spcPts val="0"/>
              </a:spcBef>
              <a:spcAft>
                <a:spcPts val="0"/>
              </a:spcAft>
              <a:buClr>
                <a:schemeClr val="dk1"/>
              </a:buClr>
              <a:buSzPts val="8000"/>
              <a:buNone/>
              <a:defRPr sz="8000">
                <a:solidFill>
                  <a:schemeClr val="dk1"/>
                </a:solidFill>
              </a:defRPr>
            </a:lvl7pPr>
            <a:lvl8pPr lvl="7">
              <a:lnSpc>
                <a:spcPct val="70000"/>
              </a:lnSpc>
              <a:spcBef>
                <a:spcPts val="0"/>
              </a:spcBef>
              <a:spcAft>
                <a:spcPts val="0"/>
              </a:spcAft>
              <a:buClr>
                <a:schemeClr val="dk1"/>
              </a:buClr>
              <a:buSzPts val="8000"/>
              <a:buNone/>
              <a:defRPr sz="8000">
                <a:solidFill>
                  <a:schemeClr val="dk1"/>
                </a:solidFill>
              </a:defRPr>
            </a:lvl8pPr>
            <a:lvl9pPr lvl="8">
              <a:lnSpc>
                <a:spcPct val="70000"/>
              </a:lnSpc>
              <a:spcBef>
                <a:spcPts val="0"/>
              </a:spcBef>
              <a:spcAft>
                <a:spcPts val="0"/>
              </a:spcAft>
              <a:buClr>
                <a:schemeClr val="dk1"/>
              </a:buClr>
              <a:buSzPts val="8000"/>
              <a:buNone/>
              <a:defRPr sz="8000">
                <a:solidFill>
                  <a:schemeClr val="dk1"/>
                </a:solidFill>
              </a:defRPr>
            </a:lvl9pPr>
          </a:lstStyle>
          <a:p/>
        </p:txBody>
      </p:sp>
      <p:sp>
        <p:nvSpPr>
          <p:cNvPr id="693" name="Google Shape;693;p81"/>
          <p:cNvSpPr txBox="1"/>
          <p:nvPr>
            <p:ph idx="1" type="subTitle"/>
          </p:nvPr>
        </p:nvSpPr>
        <p:spPr>
          <a:xfrm>
            <a:off x="333400" y="2378453"/>
            <a:ext cx="3359100" cy="949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694" name="Google Shape;694;p81"/>
          <p:cNvSpPr txBox="1"/>
          <p:nvPr>
            <p:ph idx="2" type="body"/>
          </p:nvPr>
        </p:nvSpPr>
        <p:spPr>
          <a:xfrm>
            <a:off x="341375" y="4655800"/>
            <a:ext cx="2088300" cy="2358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sp>
        <p:nvSpPr>
          <p:cNvPr id="695" name="Google Shape;695;p81"/>
          <p:cNvSpPr txBox="1"/>
          <p:nvPr>
            <p:ph idx="3" type="sldNum"/>
          </p:nvPr>
        </p:nvSpPr>
        <p:spPr>
          <a:xfrm>
            <a:off x="8359800" y="4851000"/>
            <a:ext cx="261300" cy="292500"/>
          </a:xfrm>
          <a:prstGeom prst="rect">
            <a:avLst/>
          </a:prstGeom>
          <a:noFill/>
        </p:spPr>
        <p:txBody>
          <a:bodyPr anchorCtr="0" anchor="ctr" bIns="91425" lIns="0" spcFirstLastPara="1" rIns="0" wrap="square" tIns="0">
            <a:noAutofit/>
          </a:bodyPr>
          <a:lstStyle>
            <a:lvl1pPr lvl="0" rtl="0" algn="ctr">
              <a:buNone/>
              <a:defRPr>
                <a:solidFill>
                  <a:schemeClr val="accent3"/>
                </a:solidFill>
              </a:defRPr>
            </a:lvl1pPr>
            <a:lvl2pPr lvl="1" rtl="0" algn="ctr">
              <a:buNone/>
              <a:defRPr>
                <a:solidFill>
                  <a:schemeClr val="accent3"/>
                </a:solidFill>
              </a:defRPr>
            </a:lvl2pPr>
            <a:lvl3pPr lvl="2" rtl="0" algn="ctr">
              <a:buNone/>
              <a:defRPr>
                <a:solidFill>
                  <a:schemeClr val="accent3"/>
                </a:solidFill>
              </a:defRPr>
            </a:lvl3pPr>
            <a:lvl4pPr lvl="3" rtl="0" algn="ctr">
              <a:buNone/>
              <a:defRPr>
                <a:solidFill>
                  <a:schemeClr val="accent3"/>
                </a:solidFill>
              </a:defRPr>
            </a:lvl4pPr>
            <a:lvl5pPr lvl="4" rtl="0" algn="ctr">
              <a:buNone/>
              <a:defRPr>
                <a:solidFill>
                  <a:schemeClr val="accent3"/>
                </a:solidFill>
              </a:defRPr>
            </a:lvl5pPr>
            <a:lvl6pPr lvl="5" rtl="0" algn="ctr">
              <a:buNone/>
              <a:defRPr>
                <a:solidFill>
                  <a:schemeClr val="accent3"/>
                </a:solidFill>
              </a:defRPr>
            </a:lvl6pPr>
            <a:lvl7pPr lvl="6" rtl="0" algn="ctr">
              <a:buNone/>
              <a:defRPr>
                <a:solidFill>
                  <a:schemeClr val="accent3"/>
                </a:solidFill>
              </a:defRPr>
            </a:lvl7pPr>
            <a:lvl8pPr lvl="7" rtl="0" algn="ctr">
              <a:buNone/>
              <a:defRPr>
                <a:solidFill>
                  <a:schemeClr val="accent3"/>
                </a:solidFill>
              </a:defRPr>
            </a:lvl8pPr>
            <a:lvl9pPr lvl="8" rtl="0" algn="ctr">
              <a:buNone/>
              <a:defRPr>
                <a:solidFill>
                  <a:schemeClr val="accent3"/>
                </a:solidFill>
              </a:defRPr>
            </a:lvl9pPr>
          </a:lstStyle>
          <a:p>
            <a:pPr indent="0" lvl="0" marL="0" rtl="0" algn="ctr">
              <a:spcBef>
                <a:spcPts val="0"/>
              </a:spcBef>
              <a:spcAft>
                <a:spcPts val="0"/>
              </a:spcAft>
              <a:buNone/>
            </a:pPr>
            <a:fld id="{00000000-1234-1234-1234-123412341234}" type="slidenum">
              <a:rPr lang="en"/>
              <a:t>‹#›</a:t>
            </a:fld>
            <a:endParaRPr/>
          </a:p>
        </p:txBody>
      </p:sp>
      <p:sp>
        <p:nvSpPr>
          <p:cNvPr id="696" name="Google Shape;696;p81"/>
          <p:cNvSpPr txBox="1"/>
          <p:nvPr>
            <p:ph idx="4" type="body"/>
          </p:nvPr>
        </p:nvSpPr>
        <p:spPr>
          <a:xfrm>
            <a:off x="2652248" y="4655800"/>
            <a:ext cx="1940700" cy="2358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cxnSp>
        <p:nvCxnSpPr>
          <p:cNvPr id="697" name="Google Shape;697;p81"/>
          <p:cNvCxnSpPr/>
          <p:nvPr/>
        </p:nvCxnSpPr>
        <p:spPr>
          <a:xfrm>
            <a:off x="-3150" y="4448151"/>
            <a:ext cx="5232300" cy="0"/>
          </a:xfrm>
          <a:prstGeom prst="straightConnector1">
            <a:avLst/>
          </a:prstGeom>
          <a:noFill/>
          <a:ln cap="flat" cmpd="sng" w="19050">
            <a:solidFill>
              <a:schemeClr val="accent2"/>
            </a:solidFill>
            <a:prstDash val="dot"/>
            <a:round/>
            <a:headEnd len="med" w="med" type="none"/>
            <a:tailEnd len="med" w="med" type="none"/>
          </a:ln>
        </p:spPr>
      </p:cxnSp>
      <p:sp>
        <p:nvSpPr>
          <p:cNvPr id="698" name="Google Shape;698;p81"/>
          <p:cNvSpPr/>
          <p:nvPr>
            <p:ph idx="5" type="pic"/>
          </p:nvPr>
        </p:nvSpPr>
        <p:spPr>
          <a:xfrm>
            <a:off x="5229150" y="2509975"/>
            <a:ext cx="3914400" cy="2636400"/>
          </a:xfrm>
          <a:prstGeom prst="rect">
            <a:avLst/>
          </a:prstGeom>
          <a:noFill/>
          <a:ln>
            <a:noFill/>
          </a:ln>
        </p:spPr>
      </p:sp>
    </p:spTree>
  </p:cSld>
  <p:clrMapOvr>
    <a:masterClrMapping/>
  </p:clrMapOvr>
  <p:extLst>
    <p:ext uri="{DCECCB84-F9BA-43D5-87BE-67443E8EF086}">
      <p15:sldGuideLst>
        <p15:guide id="1" orient="horz" pos="837">
          <p15:clr>
            <a:srgbClr val="E46962"/>
          </p15:clr>
        </p15:guide>
        <p15:guide id="2" orient="horz" pos="1369">
          <p15:clr>
            <a:srgbClr val="E46962"/>
          </p15:clr>
        </p15:guide>
        <p15:guide id="3" orient="horz" pos="1581">
          <p15:clr>
            <a:srgbClr val="E46962"/>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blank">
  <p:cSld name="BLANK">
    <p:spTree>
      <p:nvGrpSpPr>
        <p:cNvPr id="699" name="Shape 699"/>
        <p:cNvGrpSpPr/>
        <p:nvPr/>
      </p:nvGrpSpPr>
      <p:grpSpPr>
        <a:xfrm>
          <a:off x="0" y="0"/>
          <a:ext cx="0" cy="0"/>
          <a:chOff x="0" y="0"/>
          <a:chExt cx="0" cy="0"/>
        </a:xfrm>
      </p:grpSpPr>
      <p:sp>
        <p:nvSpPr>
          <p:cNvPr id="700" name="Google Shape;700;p82"/>
          <p:cNvSpPr txBox="1"/>
          <p:nvPr>
            <p:ph type="title"/>
          </p:nvPr>
        </p:nvSpPr>
        <p:spPr>
          <a:xfrm>
            <a:off x="674916" y="289225"/>
            <a:ext cx="6598800" cy="1039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lvl1pPr>
            <a:lvl2pPr lvl="1">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2pPr>
            <a:lvl3pPr lvl="2">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3pPr>
            <a:lvl4pPr lvl="3">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4pPr>
            <a:lvl5pPr lvl="4">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5pPr>
            <a:lvl6pPr lvl="5">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6pPr>
            <a:lvl7pPr lvl="6">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7pPr>
            <a:lvl8pPr lvl="7">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8pPr>
            <a:lvl9pPr lvl="8">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26">
    <p:bg>
      <p:bgPr>
        <a:solidFill>
          <a:schemeClr val="lt2"/>
        </a:solidFill>
      </p:bgPr>
    </p:bg>
    <p:spTree>
      <p:nvGrpSpPr>
        <p:cNvPr id="701" name="Shape 701"/>
        <p:cNvGrpSpPr/>
        <p:nvPr/>
      </p:nvGrpSpPr>
      <p:grpSpPr>
        <a:xfrm>
          <a:off x="0" y="0"/>
          <a:ext cx="0" cy="0"/>
          <a:chOff x="0" y="0"/>
          <a:chExt cx="0" cy="0"/>
        </a:xfrm>
      </p:grpSpPr>
      <p:sp>
        <p:nvSpPr>
          <p:cNvPr id="702" name="Google Shape;702;p83"/>
          <p:cNvSpPr txBox="1"/>
          <p:nvPr>
            <p:ph type="title"/>
          </p:nvPr>
        </p:nvSpPr>
        <p:spPr>
          <a:xfrm>
            <a:off x="104400" y="3069000"/>
            <a:ext cx="7865400" cy="20745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dk2"/>
              </a:buClr>
              <a:buSzPts val="8000"/>
              <a:buFont typeface="Lexend"/>
              <a:buNone/>
              <a:defRPr sz="8000">
                <a:solidFill>
                  <a:schemeClr val="dk2"/>
                </a:solidFill>
                <a:latin typeface="Lexend"/>
                <a:ea typeface="Lexend"/>
                <a:cs typeface="Lexend"/>
                <a:sym typeface="Lexend"/>
              </a:defRPr>
            </a:lvl1pPr>
            <a:lvl2pPr lvl="1">
              <a:spcBef>
                <a:spcPts val="0"/>
              </a:spcBef>
              <a:spcAft>
                <a:spcPts val="0"/>
              </a:spcAft>
              <a:buClr>
                <a:schemeClr val="dk2"/>
              </a:buClr>
              <a:buSzPts val="1400"/>
              <a:buFont typeface="Lexend"/>
              <a:buNone/>
              <a:defRPr>
                <a:solidFill>
                  <a:schemeClr val="dk2"/>
                </a:solidFill>
              </a:defRPr>
            </a:lvl2pPr>
            <a:lvl3pPr lvl="2">
              <a:spcBef>
                <a:spcPts val="0"/>
              </a:spcBef>
              <a:spcAft>
                <a:spcPts val="0"/>
              </a:spcAft>
              <a:buClr>
                <a:schemeClr val="dk2"/>
              </a:buClr>
              <a:buSzPts val="1400"/>
              <a:buFont typeface="Lexend"/>
              <a:buNone/>
              <a:defRPr>
                <a:solidFill>
                  <a:schemeClr val="dk2"/>
                </a:solidFill>
              </a:defRPr>
            </a:lvl3pPr>
            <a:lvl4pPr lvl="3">
              <a:spcBef>
                <a:spcPts val="0"/>
              </a:spcBef>
              <a:spcAft>
                <a:spcPts val="0"/>
              </a:spcAft>
              <a:buClr>
                <a:schemeClr val="dk2"/>
              </a:buClr>
              <a:buSzPts val="1400"/>
              <a:buFont typeface="Lexend"/>
              <a:buNone/>
              <a:defRPr>
                <a:solidFill>
                  <a:schemeClr val="dk2"/>
                </a:solidFill>
              </a:defRPr>
            </a:lvl4pPr>
            <a:lvl5pPr lvl="4">
              <a:spcBef>
                <a:spcPts val="0"/>
              </a:spcBef>
              <a:spcAft>
                <a:spcPts val="0"/>
              </a:spcAft>
              <a:buClr>
                <a:schemeClr val="dk2"/>
              </a:buClr>
              <a:buSzPts val="1400"/>
              <a:buFont typeface="Lexend"/>
              <a:buNone/>
              <a:defRPr>
                <a:solidFill>
                  <a:schemeClr val="dk2"/>
                </a:solidFill>
              </a:defRPr>
            </a:lvl5pPr>
            <a:lvl6pPr lvl="5">
              <a:spcBef>
                <a:spcPts val="0"/>
              </a:spcBef>
              <a:spcAft>
                <a:spcPts val="0"/>
              </a:spcAft>
              <a:buClr>
                <a:schemeClr val="dk2"/>
              </a:buClr>
              <a:buSzPts val="1400"/>
              <a:buFont typeface="Lexend"/>
              <a:buNone/>
              <a:defRPr>
                <a:solidFill>
                  <a:schemeClr val="dk2"/>
                </a:solidFill>
              </a:defRPr>
            </a:lvl6pPr>
            <a:lvl7pPr lvl="6">
              <a:spcBef>
                <a:spcPts val="0"/>
              </a:spcBef>
              <a:spcAft>
                <a:spcPts val="0"/>
              </a:spcAft>
              <a:buClr>
                <a:schemeClr val="dk2"/>
              </a:buClr>
              <a:buSzPts val="1400"/>
              <a:buFont typeface="Lexend"/>
              <a:buNone/>
              <a:defRPr>
                <a:solidFill>
                  <a:schemeClr val="dk2"/>
                </a:solidFill>
              </a:defRPr>
            </a:lvl7pPr>
            <a:lvl8pPr lvl="7">
              <a:spcBef>
                <a:spcPts val="0"/>
              </a:spcBef>
              <a:spcAft>
                <a:spcPts val="0"/>
              </a:spcAft>
              <a:buClr>
                <a:schemeClr val="dk2"/>
              </a:buClr>
              <a:buSzPts val="1400"/>
              <a:buFont typeface="Lexend"/>
              <a:buNone/>
              <a:defRPr>
                <a:solidFill>
                  <a:schemeClr val="dk2"/>
                </a:solidFill>
              </a:defRPr>
            </a:lvl8pPr>
            <a:lvl9pPr lvl="8">
              <a:spcBef>
                <a:spcPts val="0"/>
              </a:spcBef>
              <a:spcAft>
                <a:spcPts val="0"/>
              </a:spcAft>
              <a:buClr>
                <a:schemeClr val="dk2"/>
              </a:buClr>
              <a:buSzPts val="1400"/>
              <a:buFont typeface="Lexend"/>
              <a:buNone/>
              <a:defRPr>
                <a:solidFill>
                  <a:schemeClr val="dk2"/>
                </a:solidFill>
              </a:defRPr>
            </a:lvl9pPr>
          </a:lstStyle>
          <a:p/>
        </p:txBody>
      </p:sp>
      <p:sp>
        <p:nvSpPr>
          <p:cNvPr id="703" name="Google Shape;703;p83"/>
          <p:cNvSpPr/>
          <p:nvPr>
            <p:ph idx="2" type="pic"/>
          </p:nvPr>
        </p:nvSpPr>
        <p:spPr>
          <a:xfrm>
            <a:off x="248250" y="256400"/>
            <a:ext cx="8647500" cy="2463000"/>
          </a:xfrm>
          <a:prstGeom prst="rect">
            <a:avLst/>
          </a:prstGeom>
          <a:noFill/>
          <a:ln>
            <a:noFill/>
          </a:ln>
        </p:spPr>
      </p:sp>
    </p:spTree>
  </p:cSld>
  <p:clrMapOvr>
    <a:masterClrMapping/>
  </p:clrMapOvr>
  <p:extLst>
    <p:ext uri="{DCECCB84-F9BA-43D5-87BE-67443E8EF086}">
      <p15:sldGuideLst>
        <p15:guide id="1" orient="horz" pos="3115">
          <p15:clr>
            <a:srgbClr val="E46962"/>
          </p15:clr>
        </p15:guide>
        <p15:guide id="2" orient="horz" pos="3077">
          <p15:clr>
            <a:srgbClr val="E46962"/>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25_1">
    <p:bg>
      <p:bgPr>
        <a:solidFill>
          <a:schemeClr val="accent4"/>
        </a:solidFill>
      </p:bgPr>
    </p:bg>
    <p:spTree>
      <p:nvGrpSpPr>
        <p:cNvPr id="704" name="Shape 704"/>
        <p:cNvGrpSpPr/>
        <p:nvPr/>
      </p:nvGrpSpPr>
      <p:grpSpPr>
        <a:xfrm>
          <a:off x="0" y="0"/>
          <a:ext cx="0" cy="0"/>
          <a:chOff x="0" y="0"/>
          <a:chExt cx="0" cy="0"/>
        </a:xfrm>
      </p:grpSpPr>
      <p:sp>
        <p:nvSpPr>
          <p:cNvPr id="705" name="Google Shape;705;p84"/>
          <p:cNvSpPr txBox="1"/>
          <p:nvPr>
            <p:ph type="title"/>
          </p:nvPr>
        </p:nvSpPr>
        <p:spPr>
          <a:xfrm>
            <a:off x="104400" y="150125"/>
            <a:ext cx="7883400" cy="20175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8000"/>
              <a:buFont typeface="Lexend"/>
              <a:buNone/>
              <a:defRPr sz="8000">
                <a:solidFill>
                  <a:schemeClr val="dk1"/>
                </a:solidFill>
                <a:latin typeface="Lexend"/>
                <a:ea typeface="Lexend"/>
                <a:cs typeface="Lexend"/>
                <a:sym typeface="Lexend"/>
              </a:defRPr>
            </a:lvl1pPr>
            <a:lvl2pPr lvl="1">
              <a:spcBef>
                <a:spcPts val="0"/>
              </a:spcBef>
              <a:spcAft>
                <a:spcPts val="0"/>
              </a:spcAft>
              <a:buClr>
                <a:schemeClr val="dk1"/>
              </a:buClr>
              <a:buSzPts val="1400"/>
              <a:buFont typeface="Lexend"/>
              <a:buNone/>
              <a:defRPr>
                <a:solidFill>
                  <a:schemeClr val="dk1"/>
                </a:solidFill>
              </a:defRPr>
            </a:lvl2pPr>
            <a:lvl3pPr lvl="2">
              <a:spcBef>
                <a:spcPts val="0"/>
              </a:spcBef>
              <a:spcAft>
                <a:spcPts val="0"/>
              </a:spcAft>
              <a:buClr>
                <a:schemeClr val="dk1"/>
              </a:buClr>
              <a:buSzPts val="1400"/>
              <a:buFont typeface="Lexend"/>
              <a:buNone/>
              <a:defRPr>
                <a:solidFill>
                  <a:schemeClr val="dk1"/>
                </a:solidFill>
              </a:defRPr>
            </a:lvl3pPr>
            <a:lvl4pPr lvl="3">
              <a:spcBef>
                <a:spcPts val="0"/>
              </a:spcBef>
              <a:spcAft>
                <a:spcPts val="0"/>
              </a:spcAft>
              <a:buClr>
                <a:schemeClr val="dk1"/>
              </a:buClr>
              <a:buSzPts val="1400"/>
              <a:buFont typeface="Lexend"/>
              <a:buNone/>
              <a:defRPr>
                <a:solidFill>
                  <a:schemeClr val="dk1"/>
                </a:solidFill>
              </a:defRPr>
            </a:lvl4pPr>
            <a:lvl5pPr lvl="4">
              <a:spcBef>
                <a:spcPts val="0"/>
              </a:spcBef>
              <a:spcAft>
                <a:spcPts val="0"/>
              </a:spcAft>
              <a:buClr>
                <a:schemeClr val="dk1"/>
              </a:buClr>
              <a:buSzPts val="1400"/>
              <a:buFont typeface="Lexend"/>
              <a:buNone/>
              <a:defRPr>
                <a:solidFill>
                  <a:schemeClr val="dk1"/>
                </a:solidFill>
              </a:defRPr>
            </a:lvl5pPr>
            <a:lvl6pPr lvl="5">
              <a:spcBef>
                <a:spcPts val="0"/>
              </a:spcBef>
              <a:spcAft>
                <a:spcPts val="0"/>
              </a:spcAft>
              <a:buClr>
                <a:schemeClr val="dk1"/>
              </a:buClr>
              <a:buSzPts val="1400"/>
              <a:buFont typeface="Lexend"/>
              <a:buNone/>
              <a:defRPr>
                <a:solidFill>
                  <a:schemeClr val="dk1"/>
                </a:solidFill>
              </a:defRPr>
            </a:lvl6pPr>
            <a:lvl7pPr lvl="6">
              <a:spcBef>
                <a:spcPts val="0"/>
              </a:spcBef>
              <a:spcAft>
                <a:spcPts val="0"/>
              </a:spcAft>
              <a:buClr>
                <a:schemeClr val="dk1"/>
              </a:buClr>
              <a:buSzPts val="1400"/>
              <a:buFont typeface="Lexend"/>
              <a:buNone/>
              <a:defRPr>
                <a:solidFill>
                  <a:schemeClr val="dk1"/>
                </a:solidFill>
              </a:defRPr>
            </a:lvl7pPr>
            <a:lvl8pPr lvl="7">
              <a:spcBef>
                <a:spcPts val="0"/>
              </a:spcBef>
              <a:spcAft>
                <a:spcPts val="0"/>
              </a:spcAft>
              <a:buClr>
                <a:schemeClr val="dk1"/>
              </a:buClr>
              <a:buSzPts val="1400"/>
              <a:buFont typeface="Lexend"/>
              <a:buNone/>
              <a:defRPr>
                <a:solidFill>
                  <a:schemeClr val="dk1"/>
                </a:solidFill>
              </a:defRPr>
            </a:lvl8pPr>
            <a:lvl9pPr lvl="8">
              <a:spcBef>
                <a:spcPts val="0"/>
              </a:spcBef>
              <a:spcAft>
                <a:spcPts val="0"/>
              </a:spcAft>
              <a:buClr>
                <a:schemeClr val="dk1"/>
              </a:buClr>
              <a:buSzPts val="1400"/>
              <a:buFont typeface="Lexend"/>
              <a:buNone/>
              <a:defRPr>
                <a:solidFill>
                  <a:schemeClr val="dk1"/>
                </a:solidFill>
              </a:defRPr>
            </a:lvl9pPr>
          </a:lstStyle>
          <a:p/>
        </p:txBody>
      </p:sp>
      <p:sp>
        <p:nvSpPr>
          <p:cNvPr id="706" name="Google Shape;706;p84"/>
          <p:cNvSpPr/>
          <p:nvPr>
            <p:ph idx="2" type="pic"/>
          </p:nvPr>
        </p:nvSpPr>
        <p:spPr>
          <a:xfrm>
            <a:off x="248250" y="2425338"/>
            <a:ext cx="8647500" cy="2463000"/>
          </a:xfrm>
          <a:prstGeom prst="rect">
            <a:avLst/>
          </a:prstGeom>
          <a:noFill/>
          <a:ln>
            <a:noFill/>
          </a:ln>
        </p:spPr>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hone mockup">
  <p:cSld name="CUSTOM_26_1">
    <p:bg>
      <p:bgPr>
        <a:solidFill>
          <a:schemeClr val="accent4"/>
        </a:solidFill>
      </p:bgPr>
    </p:bg>
    <p:spTree>
      <p:nvGrpSpPr>
        <p:cNvPr id="707" name="Shape 707"/>
        <p:cNvGrpSpPr/>
        <p:nvPr/>
      </p:nvGrpSpPr>
      <p:grpSpPr>
        <a:xfrm>
          <a:off x="0" y="0"/>
          <a:ext cx="0" cy="0"/>
          <a:chOff x="0" y="0"/>
          <a:chExt cx="0" cy="0"/>
        </a:xfrm>
      </p:grpSpPr>
      <p:sp>
        <p:nvSpPr>
          <p:cNvPr id="708" name="Google Shape;708;p85"/>
          <p:cNvSpPr/>
          <p:nvPr/>
        </p:nvSpPr>
        <p:spPr>
          <a:xfrm rot="-5400000">
            <a:off x="5014800" y="1016575"/>
            <a:ext cx="5145600" cy="3112800"/>
          </a:xfrm>
          <a:prstGeom prst="round2SameRect">
            <a:avLst>
              <a:gd fmla="val 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85"/>
          <p:cNvSpPr/>
          <p:nvPr>
            <p:ph idx="2" type="pic"/>
          </p:nvPr>
        </p:nvSpPr>
        <p:spPr>
          <a:xfrm>
            <a:off x="6819050" y="857921"/>
            <a:ext cx="1598400" cy="3413100"/>
          </a:xfrm>
          <a:prstGeom prst="roundRect">
            <a:avLst>
              <a:gd fmla="val 11038" name="adj"/>
            </a:avLst>
          </a:prstGeom>
          <a:noFill/>
          <a:ln>
            <a:noFill/>
          </a:ln>
        </p:spPr>
      </p:sp>
      <p:sp>
        <p:nvSpPr>
          <p:cNvPr id="710" name="Google Shape;710;p85"/>
          <p:cNvSpPr txBox="1"/>
          <p:nvPr>
            <p:ph idx="1" type="body"/>
          </p:nvPr>
        </p:nvSpPr>
        <p:spPr>
          <a:xfrm>
            <a:off x="687900" y="292725"/>
            <a:ext cx="42150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11" name="Google Shape;711;p85"/>
          <p:cNvSpPr txBox="1"/>
          <p:nvPr>
            <p:ph type="title"/>
          </p:nvPr>
        </p:nvSpPr>
        <p:spPr>
          <a:xfrm>
            <a:off x="661575" y="424275"/>
            <a:ext cx="42414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12" name="Google Shape;712;p85"/>
          <p:cNvSpPr txBox="1"/>
          <p:nvPr>
            <p:ph idx="3" type="body"/>
          </p:nvPr>
        </p:nvSpPr>
        <p:spPr>
          <a:xfrm>
            <a:off x="661575" y="2514875"/>
            <a:ext cx="4300200" cy="21909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Light"/>
              <a:buChar char="●"/>
              <a:defRPr>
                <a:latin typeface="Lexend Light"/>
                <a:ea typeface="Lexend Light"/>
                <a:cs typeface="Lexend Light"/>
                <a:sym typeface="Lexend Light"/>
              </a:defRPr>
            </a:lvl1pPr>
            <a:lvl2pPr indent="-336550" lvl="1" marL="914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2pPr>
            <a:lvl3pPr indent="-336550" lvl="2" marL="1371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3pPr>
            <a:lvl4pPr indent="-336550" lvl="3" marL="1828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4pPr>
            <a:lvl5pPr indent="-336550" lvl="4" marL="22860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5pPr>
            <a:lvl6pPr indent="-336550" lvl="5" marL="27432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6pPr>
            <a:lvl7pPr indent="-336550" lvl="6" marL="3200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7pPr>
            <a:lvl8pPr indent="-336550" lvl="7" marL="3657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8pPr>
            <a:lvl9pPr indent="-336550" lvl="8" marL="4114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hone mockup 1">
  <p:cSld name="CUSTOM_28">
    <p:bg>
      <p:bgPr>
        <a:solidFill>
          <a:schemeClr val="accent3"/>
        </a:solidFill>
      </p:bgPr>
    </p:bg>
    <p:spTree>
      <p:nvGrpSpPr>
        <p:cNvPr id="713" name="Shape 713"/>
        <p:cNvGrpSpPr/>
        <p:nvPr/>
      </p:nvGrpSpPr>
      <p:grpSpPr>
        <a:xfrm>
          <a:off x="0" y="0"/>
          <a:ext cx="0" cy="0"/>
          <a:chOff x="0" y="0"/>
          <a:chExt cx="0" cy="0"/>
        </a:xfrm>
      </p:grpSpPr>
      <p:sp>
        <p:nvSpPr>
          <p:cNvPr id="714" name="Google Shape;714;p86"/>
          <p:cNvSpPr/>
          <p:nvPr/>
        </p:nvSpPr>
        <p:spPr>
          <a:xfrm rot="-5400000">
            <a:off x="5014800" y="1016575"/>
            <a:ext cx="5145600" cy="3112800"/>
          </a:xfrm>
          <a:prstGeom prst="round2SameRect">
            <a:avLst>
              <a:gd fmla="val 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86"/>
          <p:cNvSpPr txBox="1"/>
          <p:nvPr>
            <p:ph idx="1" type="body"/>
          </p:nvPr>
        </p:nvSpPr>
        <p:spPr>
          <a:xfrm>
            <a:off x="661575" y="2514875"/>
            <a:ext cx="4300200" cy="21909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Light"/>
              <a:buChar char="●"/>
              <a:defRPr>
                <a:latin typeface="Lexend Light"/>
                <a:ea typeface="Lexend Light"/>
                <a:cs typeface="Lexend Light"/>
                <a:sym typeface="Lexend Light"/>
              </a:defRPr>
            </a:lvl1pPr>
            <a:lvl2pPr indent="-336550" lvl="1" marL="914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2pPr>
            <a:lvl3pPr indent="-336550" lvl="2" marL="1371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3pPr>
            <a:lvl4pPr indent="-336550" lvl="3" marL="1828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4pPr>
            <a:lvl5pPr indent="-336550" lvl="4" marL="22860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5pPr>
            <a:lvl6pPr indent="-336550" lvl="5" marL="27432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6pPr>
            <a:lvl7pPr indent="-336550" lvl="6" marL="3200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7pPr>
            <a:lvl8pPr indent="-336550" lvl="7" marL="3657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8pPr>
            <a:lvl9pPr indent="-336550" lvl="8" marL="4114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9pPr>
          </a:lstStyle>
          <a:p/>
        </p:txBody>
      </p:sp>
      <p:sp>
        <p:nvSpPr>
          <p:cNvPr id="716" name="Google Shape;716;p86"/>
          <p:cNvSpPr txBox="1"/>
          <p:nvPr>
            <p:ph idx="2" type="body"/>
          </p:nvPr>
        </p:nvSpPr>
        <p:spPr>
          <a:xfrm>
            <a:off x="687900" y="292725"/>
            <a:ext cx="42150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17" name="Google Shape;717;p86"/>
          <p:cNvSpPr txBox="1"/>
          <p:nvPr>
            <p:ph type="title"/>
          </p:nvPr>
        </p:nvSpPr>
        <p:spPr>
          <a:xfrm>
            <a:off x="661575" y="424275"/>
            <a:ext cx="42414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18" name="Google Shape;718;p86"/>
          <p:cNvSpPr/>
          <p:nvPr>
            <p:ph idx="3" type="pic"/>
          </p:nvPr>
        </p:nvSpPr>
        <p:spPr>
          <a:xfrm>
            <a:off x="6819050" y="857921"/>
            <a:ext cx="1598400" cy="3413100"/>
          </a:xfrm>
          <a:prstGeom prst="roundRect">
            <a:avLst>
              <a:gd fmla="val 11038" name="adj"/>
            </a:avLst>
          </a:prstGeom>
          <a:noFill/>
          <a:ln>
            <a:noFill/>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hone and Ipad mockup">
  <p:cSld name="CUSTOM_27">
    <p:bg>
      <p:bgPr>
        <a:solidFill>
          <a:schemeClr val="accent4"/>
        </a:solidFill>
      </p:bgPr>
    </p:bg>
    <p:spTree>
      <p:nvGrpSpPr>
        <p:cNvPr id="719" name="Shape 719"/>
        <p:cNvGrpSpPr/>
        <p:nvPr/>
      </p:nvGrpSpPr>
      <p:grpSpPr>
        <a:xfrm>
          <a:off x="0" y="0"/>
          <a:ext cx="0" cy="0"/>
          <a:chOff x="0" y="0"/>
          <a:chExt cx="0" cy="0"/>
        </a:xfrm>
      </p:grpSpPr>
      <p:sp>
        <p:nvSpPr>
          <p:cNvPr id="720" name="Google Shape;720;p87"/>
          <p:cNvSpPr/>
          <p:nvPr>
            <p:ph idx="2" type="pic"/>
          </p:nvPr>
        </p:nvSpPr>
        <p:spPr>
          <a:xfrm>
            <a:off x="869088" y="1528242"/>
            <a:ext cx="1536600" cy="3262500"/>
          </a:xfrm>
          <a:prstGeom prst="roundRect">
            <a:avLst>
              <a:gd fmla="val 11038" name="adj"/>
            </a:avLst>
          </a:prstGeom>
          <a:noFill/>
          <a:ln>
            <a:noFill/>
          </a:ln>
        </p:spPr>
      </p:sp>
      <p:sp>
        <p:nvSpPr>
          <p:cNvPr id="721" name="Google Shape;721;p87"/>
          <p:cNvSpPr/>
          <p:nvPr>
            <p:ph idx="3" type="pic"/>
          </p:nvPr>
        </p:nvSpPr>
        <p:spPr>
          <a:xfrm>
            <a:off x="3913204" y="1528242"/>
            <a:ext cx="4587000" cy="3262500"/>
          </a:xfrm>
          <a:prstGeom prst="roundRect">
            <a:avLst>
              <a:gd fmla="val 4639" name="adj"/>
            </a:avLst>
          </a:prstGeom>
          <a:noFill/>
          <a:ln>
            <a:noFill/>
          </a:ln>
        </p:spPr>
      </p:sp>
      <p:sp>
        <p:nvSpPr>
          <p:cNvPr id="722" name="Google Shape;722;p87"/>
          <p:cNvSpPr txBox="1"/>
          <p:nvPr>
            <p:ph idx="1" type="body"/>
          </p:nvPr>
        </p:nvSpPr>
        <p:spPr>
          <a:xfrm>
            <a:off x="4574425" y="271875"/>
            <a:ext cx="3908700" cy="606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723" name="Google Shape;723;p87"/>
          <p:cNvSpPr txBox="1"/>
          <p:nvPr>
            <p:ph idx="4" type="body"/>
          </p:nvPr>
        </p:nvSpPr>
        <p:spPr>
          <a:xfrm>
            <a:off x="687900" y="292725"/>
            <a:ext cx="34125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24" name="Google Shape;724;p87"/>
          <p:cNvSpPr txBox="1"/>
          <p:nvPr>
            <p:ph type="title"/>
          </p:nvPr>
        </p:nvSpPr>
        <p:spPr>
          <a:xfrm>
            <a:off x="661575" y="424275"/>
            <a:ext cx="34389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1">
  <p:cSld name="CUSTOM_1_1">
    <p:bg>
      <p:bgPr>
        <a:solidFill>
          <a:schemeClr val="accent3"/>
        </a:solidFill>
      </p:bgPr>
    </p:bg>
    <p:spTree>
      <p:nvGrpSpPr>
        <p:cNvPr id="725" name="Shape 725"/>
        <p:cNvGrpSpPr/>
        <p:nvPr/>
      </p:nvGrpSpPr>
      <p:grpSpPr>
        <a:xfrm>
          <a:off x="0" y="0"/>
          <a:ext cx="0" cy="0"/>
          <a:chOff x="0" y="0"/>
          <a:chExt cx="0" cy="0"/>
        </a:xfrm>
      </p:grpSpPr>
      <p:sp>
        <p:nvSpPr>
          <p:cNvPr id="726" name="Google Shape;726;p88"/>
          <p:cNvSpPr txBox="1"/>
          <p:nvPr>
            <p:ph idx="1" type="body"/>
          </p:nvPr>
        </p:nvSpPr>
        <p:spPr>
          <a:xfrm>
            <a:off x="887306" y="2097422"/>
            <a:ext cx="2922000" cy="2152200"/>
          </a:xfrm>
          <a:prstGeom prst="rect">
            <a:avLst/>
          </a:prstGeom>
          <a:noFill/>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9pPr>
          </a:lstStyle>
          <a:p/>
        </p:txBody>
      </p:sp>
      <p:sp>
        <p:nvSpPr>
          <p:cNvPr id="727" name="Google Shape;727;p88"/>
          <p:cNvSpPr txBox="1"/>
          <p:nvPr>
            <p:ph idx="2" type="subTitle"/>
          </p:nvPr>
        </p:nvSpPr>
        <p:spPr>
          <a:xfrm>
            <a:off x="904390" y="1077175"/>
            <a:ext cx="29283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28" name="Google Shape;728;p88"/>
          <p:cNvSpPr txBox="1"/>
          <p:nvPr>
            <p:ph idx="3" type="body"/>
          </p:nvPr>
        </p:nvSpPr>
        <p:spPr>
          <a:xfrm>
            <a:off x="904890" y="901275"/>
            <a:ext cx="2927700" cy="1758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p:cSld name="CUSTOM_2">
    <p:spTree>
      <p:nvGrpSpPr>
        <p:cNvPr id="729" name="Shape 729"/>
        <p:cNvGrpSpPr/>
        <p:nvPr/>
      </p:nvGrpSpPr>
      <p:grpSpPr>
        <a:xfrm>
          <a:off x="0" y="0"/>
          <a:ext cx="0" cy="0"/>
          <a:chOff x="0" y="0"/>
          <a:chExt cx="0" cy="0"/>
        </a:xfrm>
      </p:grpSpPr>
      <p:sp>
        <p:nvSpPr>
          <p:cNvPr id="730" name="Google Shape;730;p89"/>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31" name="Google Shape;731;p89"/>
          <p:cNvSpPr txBox="1"/>
          <p:nvPr>
            <p:ph type="title"/>
          </p:nvPr>
        </p:nvSpPr>
        <p:spPr>
          <a:xfrm>
            <a:off x="661574" y="424278"/>
            <a:ext cx="51513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2" name="Google Shape;732;p89"/>
          <p:cNvSpPr/>
          <p:nvPr>
            <p:ph idx="2" type="pic"/>
          </p:nvPr>
        </p:nvSpPr>
        <p:spPr>
          <a:xfrm>
            <a:off x="1566125" y="1676025"/>
            <a:ext cx="1307100" cy="1964400"/>
          </a:xfrm>
          <a:prstGeom prst="rect">
            <a:avLst/>
          </a:prstGeom>
          <a:noFill/>
          <a:ln>
            <a:noFill/>
          </a:ln>
        </p:spPr>
      </p:sp>
      <p:sp>
        <p:nvSpPr>
          <p:cNvPr id="733" name="Google Shape;733;p89"/>
          <p:cNvSpPr/>
          <p:nvPr>
            <p:ph idx="3" type="pic"/>
          </p:nvPr>
        </p:nvSpPr>
        <p:spPr>
          <a:xfrm>
            <a:off x="3395300" y="809450"/>
            <a:ext cx="1307100" cy="1964400"/>
          </a:xfrm>
          <a:prstGeom prst="rect">
            <a:avLst/>
          </a:prstGeom>
          <a:noFill/>
          <a:ln>
            <a:noFill/>
          </a:ln>
        </p:spPr>
      </p:sp>
      <p:sp>
        <p:nvSpPr>
          <p:cNvPr id="734" name="Google Shape;734;p89"/>
          <p:cNvSpPr/>
          <p:nvPr>
            <p:ph idx="4" type="pic"/>
          </p:nvPr>
        </p:nvSpPr>
        <p:spPr>
          <a:xfrm>
            <a:off x="5225075" y="1667413"/>
            <a:ext cx="1307100" cy="1964400"/>
          </a:xfrm>
          <a:prstGeom prst="rect">
            <a:avLst/>
          </a:prstGeom>
          <a:noFill/>
          <a:ln>
            <a:noFill/>
          </a:ln>
        </p:spPr>
      </p:sp>
      <p:sp>
        <p:nvSpPr>
          <p:cNvPr id="735" name="Google Shape;735;p89"/>
          <p:cNvSpPr/>
          <p:nvPr>
            <p:ph idx="5" type="pic"/>
          </p:nvPr>
        </p:nvSpPr>
        <p:spPr>
          <a:xfrm>
            <a:off x="7053150" y="794238"/>
            <a:ext cx="1307100" cy="1964400"/>
          </a:xfrm>
          <a:prstGeom prst="rect">
            <a:avLst/>
          </a:prstGeom>
          <a:noFill/>
          <a:ln>
            <a:noFill/>
          </a:ln>
        </p:spPr>
      </p:sp>
      <p:sp>
        <p:nvSpPr>
          <p:cNvPr id="736" name="Google Shape;736;p89"/>
          <p:cNvSpPr/>
          <p:nvPr>
            <p:ph idx="6" type="pic"/>
          </p:nvPr>
        </p:nvSpPr>
        <p:spPr>
          <a:xfrm>
            <a:off x="2610832" y="3971450"/>
            <a:ext cx="314700" cy="314700"/>
          </a:xfrm>
          <a:prstGeom prst="rect">
            <a:avLst/>
          </a:prstGeom>
          <a:noFill/>
          <a:ln>
            <a:noFill/>
          </a:ln>
        </p:spPr>
      </p:sp>
      <p:sp>
        <p:nvSpPr>
          <p:cNvPr id="737" name="Google Shape;737;p89"/>
          <p:cNvSpPr/>
          <p:nvPr>
            <p:ph idx="7" type="pic"/>
          </p:nvPr>
        </p:nvSpPr>
        <p:spPr>
          <a:xfrm>
            <a:off x="4435557" y="3089450"/>
            <a:ext cx="314700" cy="314700"/>
          </a:xfrm>
          <a:prstGeom prst="rect">
            <a:avLst/>
          </a:prstGeom>
          <a:noFill/>
          <a:ln>
            <a:noFill/>
          </a:ln>
        </p:spPr>
      </p:sp>
      <p:sp>
        <p:nvSpPr>
          <p:cNvPr id="738" name="Google Shape;738;p89"/>
          <p:cNvSpPr/>
          <p:nvPr>
            <p:ph idx="8" type="pic"/>
          </p:nvPr>
        </p:nvSpPr>
        <p:spPr>
          <a:xfrm>
            <a:off x="6267632" y="3957713"/>
            <a:ext cx="314700" cy="314700"/>
          </a:xfrm>
          <a:prstGeom prst="rect">
            <a:avLst/>
          </a:prstGeom>
          <a:noFill/>
          <a:ln>
            <a:noFill/>
          </a:ln>
        </p:spPr>
      </p:sp>
      <p:sp>
        <p:nvSpPr>
          <p:cNvPr id="739" name="Google Shape;739;p89"/>
          <p:cNvSpPr/>
          <p:nvPr>
            <p:ph idx="9" type="pic"/>
          </p:nvPr>
        </p:nvSpPr>
        <p:spPr>
          <a:xfrm>
            <a:off x="8095257" y="3103050"/>
            <a:ext cx="314700" cy="314700"/>
          </a:xfrm>
          <a:prstGeom prst="rect">
            <a:avLst/>
          </a:prstGeom>
          <a:noFill/>
          <a:ln>
            <a:noFill/>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sion + 1 Image">
  <p:cSld name="CUSTOM_3">
    <p:bg>
      <p:bgPr>
        <a:solidFill>
          <a:schemeClr val="lt2"/>
        </a:solidFill>
      </p:bgPr>
    </p:bg>
    <p:spTree>
      <p:nvGrpSpPr>
        <p:cNvPr id="740" name="Shape 740"/>
        <p:cNvGrpSpPr/>
        <p:nvPr/>
      </p:nvGrpSpPr>
      <p:grpSpPr>
        <a:xfrm>
          <a:off x="0" y="0"/>
          <a:ext cx="0" cy="0"/>
          <a:chOff x="0" y="0"/>
          <a:chExt cx="0" cy="0"/>
        </a:xfrm>
      </p:grpSpPr>
      <p:sp>
        <p:nvSpPr>
          <p:cNvPr id="741" name="Google Shape;741;p90"/>
          <p:cNvSpPr txBox="1"/>
          <p:nvPr>
            <p:ph idx="1" type="body"/>
          </p:nvPr>
        </p:nvSpPr>
        <p:spPr>
          <a:xfrm>
            <a:off x="687900" y="292725"/>
            <a:ext cx="42150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42" name="Google Shape;742;p90"/>
          <p:cNvSpPr txBox="1"/>
          <p:nvPr>
            <p:ph type="title"/>
          </p:nvPr>
        </p:nvSpPr>
        <p:spPr>
          <a:xfrm>
            <a:off x="661575" y="424275"/>
            <a:ext cx="42414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43" name="Google Shape;743;p90"/>
          <p:cNvSpPr/>
          <p:nvPr>
            <p:ph idx="2" type="pic"/>
          </p:nvPr>
        </p:nvSpPr>
        <p:spPr>
          <a:xfrm>
            <a:off x="5543049" y="659425"/>
            <a:ext cx="2883000" cy="3846600"/>
          </a:xfrm>
          <a:prstGeom prst="rect">
            <a:avLst/>
          </a:prstGeom>
          <a:noFill/>
          <a:ln>
            <a:noFill/>
          </a:ln>
        </p:spPr>
      </p:sp>
      <p:sp>
        <p:nvSpPr>
          <p:cNvPr id="744" name="Google Shape;744;p90"/>
          <p:cNvSpPr txBox="1"/>
          <p:nvPr>
            <p:ph idx="3" type="body"/>
          </p:nvPr>
        </p:nvSpPr>
        <p:spPr>
          <a:xfrm>
            <a:off x="709950" y="2234700"/>
            <a:ext cx="3732600" cy="1758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Light"/>
              <a:buChar char="●"/>
              <a:defRPr>
                <a:latin typeface="Lexend Light"/>
                <a:ea typeface="Lexend Light"/>
                <a:cs typeface="Lexend Light"/>
                <a:sym typeface="Lexend Light"/>
              </a:defRPr>
            </a:lvl1pPr>
            <a:lvl2pPr indent="-336550" lvl="1" marL="914400">
              <a:spcBef>
                <a:spcPts val="0"/>
              </a:spcBef>
              <a:spcAft>
                <a:spcPts val="0"/>
              </a:spcAft>
              <a:buSzPts val="1700"/>
              <a:buFont typeface="Lexend Light"/>
              <a:buChar char="○"/>
              <a:defRPr sz="1700">
                <a:latin typeface="Lexend Light"/>
                <a:ea typeface="Lexend Light"/>
                <a:cs typeface="Lexend Light"/>
                <a:sym typeface="Lexend Light"/>
              </a:defRPr>
            </a:lvl2pPr>
            <a:lvl3pPr indent="-336550" lvl="2" marL="1371600">
              <a:spcBef>
                <a:spcPts val="0"/>
              </a:spcBef>
              <a:spcAft>
                <a:spcPts val="0"/>
              </a:spcAft>
              <a:buSzPts val="1700"/>
              <a:buFont typeface="Lexend Light"/>
              <a:buChar char="■"/>
              <a:defRPr sz="1700">
                <a:latin typeface="Lexend Light"/>
                <a:ea typeface="Lexend Light"/>
                <a:cs typeface="Lexend Light"/>
                <a:sym typeface="Lexend Light"/>
              </a:defRPr>
            </a:lvl3pPr>
            <a:lvl4pPr indent="-336550" lvl="3" marL="1828800">
              <a:spcBef>
                <a:spcPts val="0"/>
              </a:spcBef>
              <a:spcAft>
                <a:spcPts val="0"/>
              </a:spcAft>
              <a:buSzPts val="1700"/>
              <a:buFont typeface="Lexend Light"/>
              <a:buChar char="●"/>
              <a:defRPr sz="1700">
                <a:latin typeface="Lexend Light"/>
                <a:ea typeface="Lexend Light"/>
                <a:cs typeface="Lexend Light"/>
                <a:sym typeface="Lexend Light"/>
              </a:defRPr>
            </a:lvl4pPr>
            <a:lvl5pPr indent="-336550" lvl="4" marL="2286000">
              <a:spcBef>
                <a:spcPts val="0"/>
              </a:spcBef>
              <a:spcAft>
                <a:spcPts val="0"/>
              </a:spcAft>
              <a:buSzPts val="1700"/>
              <a:buFont typeface="Lexend Light"/>
              <a:buChar char="○"/>
              <a:defRPr sz="1700">
                <a:latin typeface="Lexend Light"/>
                <a:ea typeface="Lexend Light"/>
                <a:cs typeface="Lexend Light"/>
                <a:sym typeface="Lexend Light"/>
              </a:defRPr>
            </a:lvl5pPr>
            <a:lvl6pPr indent="-336550" lvl="5" marL="2743200">
              <a:spcBef>
                <a:spcPts val="0"/>
              </a:spcBef>
              <a:spcAft>
                <a:spcPts val="0"/>
              </a:spcAft>
              <a:buSzPts val="1700"/>
              <a:buFont typeface="Lexend Light"/>
              <a:buChar char="■"/>
              <a:defRPr sz="1700">
                <a:latin typeface="Lexend Light"/>
                <a:ea typeface="Lexend Light"/>
                <a:cs typeface="Lexend Light"/>
                <a:sym typeface="Lexend Light"/>
              </a:defRPr>
            </a:lvl6pPr>
            <a:lvl7pPr indent="-336550" lvl="6" marL="3200400">
              <a:spcBef>
                <a:spcPts val="0"/>
              </a:spcBef>
              <a:spcAft>
                <a:spcPts val="0"/>
              </a:spcAft>
              <a:buSzPts val="1700"/>
              <a:buFont typeface="Lexend Light"/>
              <a:buChar char="●"/>
              <a:defRPr sz="1700">
                <a:latin typeface="Lexend Light"/>
                <a:ea typeface="Lexend Light"/>
                <a:cs typeface="Lexend Light"/>
                <a:sym typeface="Lexend Light"/>
              </a:defRPr>
            </a:lvl7pPr>
            <a:lvl8pPr indent="-336550" lvl="7" marL="3657600">
              <a:spcBef>
                <a:spcPts val="0"/>
              </a:spcBef>
              <a:spcAft>
                <a:spcPts val="0"/>
              </a:spcAft>
              <a:buSzPts val="1700"/>
              <a:buFont typeface="Lexend Light"/>
              <a:buChar char="○"/>
              <a:defRPr sz="1700">
                <a:latin typeface="Lexend Light"/>
                <a:ea typeface="Lexend Light"/>
                <a:cs typeface="Lexend Light"/>
                <a:sym typeface="Lexend Light"/>
              </a:defRPr>
            </a:lvl8pPr>
            <a:lvl9pPr indent="-336550" lvl="8" marL="4114800">
              <a:spcBef>
                <a:spcPts val="0"/>
              </a:spcBef>
              <a:spcAft>
                <a:spcPts val="0"/>
              </a:spcAft>
              <a:buSzPts val="1700"/>
              <a:buFont typeface="Lexend Light"/>
              <a:buChar char="■"/>
              <a:defRPr sz="1700">
                <a:latin typeface="Lexend Light"/>
                <a:ea typeface="Lexend Light"/>
                <a:cs typeface="Lexend Light"/>
                <a:sym typeface="Lexend Light"/>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p:cSld name="CUSTOM_4">
    <p:spTree>
      <p:nvGrpSpPr>
        <p:cNvPr id="745" name="Shape 745"/>
        <p:cNvGrpSpPr/>
        <p:nvPr/>
      </p:nvGrpSpPr>
      <p:grpSpPr>
        <a:xfrm>
          <a:off x="0" y="0"/>
          <a:ext cx="0" cy="0"/>
          <a:chOff x="0" y="0"/>
          <a:chExt cx="0" cy="0"/>
        </a:xfrm>
      </p:grpSpPr>
      <p:sp>
        <p:nvSpPr>
          <p:cNvPr id="746" name="Google Shape;746;p91"/>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47" name="Google Shape;747;p91"/>
          <p:cNvSpPr txBox="1"/>
          <p:nvPr>
            <p:ph type="title"/>
          </p:nvPr>
        </p:nvSpPr>
        <p:spPr>
          <a:xfrm>
            <a:off x="661575" y="424275"/>
            <a:ext cx="26622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8" name="Google Shape;748;p91"/>
          <p:cNvSpPr txBox="1"/>
          <p:nvPr>
            <p:ph idx="2" type="body"/>
          </p:nvPr>
        </p:nvSpPr>
        <p:spPr>
          <a:xfrm>
            <a:off x="4102775" y="3593450"/>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749" name="Google Shape;749;p91"/>
          <p:cNvSpPr txBox="1"/>
          <p:nvPr>
            <p:ph idx="3" type="body"/>
          </p:nvPr>
        </p:nvSpPr>
        <p:spPr>
          <a:xfrm>
            <a:off x="4102775" y="2858576"/>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750" name="Google Shape;750;p91"/>
          <p:cNvSpPr txBox="1"/>
          <p:nvPr>
            <p:ph idx="4" type="body"/>
          </p:nvPr>
        </p:nvSpPr>
        <p:spPr>
          <a:xfrm>
            <a:off x="4102775" y="2135618"/>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751" name="Google Shape;751;p91"/>
          <p:cNvSpPr txBox="1"/>
          <p:nvPr>
            <p:ph idx="5" type="body"/>
          </p:nvPr>
        </p:nvSpPr>
        <p:spPr>
          <a:xfrm>
            <a:off x="4102775" y="1406300"/>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752" name="Google Shape;752;p91"/>
          <p:cNvSpPr/>
          <p:nvPr>
            <p:ph idx="6" type="pic"/>
          </p:nvPr>
        </p:nvSpPr>
        <p:spPr>
          <a:xfrm>
            <a:off x="3444503" y="1501476"/>
            <a:ext cx="378600" cy="378600"/>
          </a:xfrm>
          <a:prstGeom prst="ellipse">
            <a:avLst/>
          </a:prstGeom>
          <a:noFill/>
          <a:ln>
            <a:noFill/>
          </a:ln>
        </p:spPr>
      </p:sp>
      <p:sp>
        <p:nvSpPr>
          <p:cNvPr id="753" name="Google Shape;753;p91"/>
          <p:cNvSpPr/>
          <p:nvPr>
            <p:ph idx="7" type="pic"/>
          </p:nvPr>
        </p:nvSpPr>
        <p:spPr>
          <a:xfrm>
            <a:off x="3444503" y="2225251"/>
            <a:ext cx="378600" cy="378600"/>
          </a:xfrm>
          <a:prstGeom prst="ellipse">
            <a:avLst/>
          </a:prstGeom>
          <a:noFill/>
          <a:ln>
            <a:noFill/>
          </a:ln>
        </p:spPr>
      </p:sp>
      <p:sp>
        <p:nvSpPr>
          <p:cNvPr id="754" name="Google Shape;754;p91"/>
          <p:cNvSpPr/>
          <p:nvPr>
            <p:ph idx="8" type="pic"/>
          </p:nvPr>
        </p:nvSpPr>
        <p:spPr>
          <a:xfrm>
            <a:off x="3444503" y="2946251"/>
            <a:ext cx="378600" cy="378600"/>
          </a:xfrm>
          <a:prstGeom prst="ellipse">
            <a:avLst/>
          </a:prstGeom>
          <a:noFill/>
          <a:ln>
            <a:noFill/>
          </a:ln>
        </p:spPr>
      </p:sp>
      <p:sp>
        <p:nvSpPr>
          <p:cNvPr id="755" name="Google Shape;755;p91"/>
          <p:cNvSpPr/>
          <p:nvPr>
            <p:ph idx="9" type="pic"/>
          </p:nvPr>
        </p:nvSpPr>
        <p:spPr>
          <a:xfrm>
            <a:off x="3444503" y="3667251"/>
            <a:ext cx="378600" cy="378600"/>
          </a:xfrm>
          <a:prstGeom prst="ellipse">
            <a:avLst/>
          </a:prstGeom>
          <a:no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ntt Chart">
  <p:cSld name="CUSTOM_6">
    <p:bg>
      <p:bgPr>
        <a:solidFill>
          <a:schemeClr val="lt1"/>
        </a:solidFill>
      </p:bgPr>
    </p:bg>
    <p:spTree>
      <p:nvGrpSpPr>
        <p:cNvPr id="756" name="Shape 756"/>
        <p:cNvGrpSpPr/>
        <p:nvPr/>
      </p:nvGrpSpPr>
      <p:grpSpPr>
        <a:xfrm>
          <a:off x="0" y="0"/>
          <a:ext cx="0" cy="0"/>
          <a:chOff x="0" y="0"/>
          <a:chExt cx="0" cy="0"/>
        </a:xfrm>
      </p:grpSpPr>
      <p:sp>
        <p:nvSpPr>
          <p:cNvPr id="757" name="Google Shape;757;p92"/>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1pPr>
            <a:lvl2pPr indent="-266700" lvl="1" marL="914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2pPr>
            <a:lvl3pPr indent="-266700" lvl="2" marL="1371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3pPr>
            <a:lvl4pPr indent="-266700" lvl="3" marL="1828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4pPr>
            <a:lvl5pPr indent="-266700" lvl="4" marL="22860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5pPr>
            <a:lvl6pPr indent="-266700" lvl="5" marL="2743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6pPr>
            <a:lvl7pPr indent="-266700" lvl="6" marL="3200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7pPr>
            <a:lvl8pPr indent="-266700" lvl="7" marL="3657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8pPr>
            <a:lvl9pPr indent="-266700" lvl="8" marL="4114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9pPr>
          </a:lstStyle>
          <a:p/>
        </p:txBody>
      </p:sp>
      <p:sp>
        <p:nvSpPr>
          <p:cNvPr id="758" name="Google Shape;758;p92"/>
          <p:cNvSpPr txBox="1"/>
          <p:nvPr>
            <p:ph idx="2" type="subTitle"/>
          </p:nvPr>
        </p:nvSpPr>
        <p:spPr>
          <a:xfrm>
            <a:off x="689050" y="531800"/>
            <a:ext cx="16071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7">
    <p:bg>
      <p:bgPr>
        <a:solidFill>
          <a:schemeClr val="accent4"/>
        </a:solidFill>
      </p:bgPr>
    </p:bg>
    <p:spTree>
      <p:nvGrpSpPr>
        <p:cNvPr id="759" name="Shape 759"/>
        <p:cNvGrpSpPr/>
        <p:nvPr/>
      </p:nvGrpSpPr>
      <p:grpSpPr>
        <a:xfrm>
          <a:off x="0" y="0"/>
          <a:ext cx="0" cy="0"/>
          <a:chOff x="0" y="0"/>
          <a:chExt cx="0" cy="0"/>
        </a:xfrm>
      </p:grpSpPr>
      <p:sp>
        <p:nvSpPr>
          <p:cNvPr id="760" name="Google Shape;760;p93"/>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61" name="Google Shape;761;p93"/>
          <p:cNvSpPr txBox="1"/>
          <p:nvPr>
            <p:ph idx="2" type="subTitle"/>
          </p:nvPr>
        </p:nvSpPr>
        <p:spPr>
          <a:xfrm>
            <a:off x="689050" y="531808"/>
            <a:ext cx="32331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62" name="Google Shape;762;p93"/>
          <p:cNvSpPr/>
          <p:nvPr>
            <p:ph idx="3" type="pic"/>
          </p:nvPr>
        </p:nvSpPr>
        <p:spPr>
          <a:xfrm>
            <a:off x="863700" y="1479225"/>
            <a:ext cx="738900" cy="738900"/>
          </a:xfrm>
          <a:prstGeom prst="rect">
            <a:avLst/>
          </a:prstGeom>
          <a:noFill/>
          <a:ln>
            <a:noFill/>
          </a:ln>
        </p:spPr>
      </p:sp>
      <p:sp>
        <p:nvSpPr>
          <p:cNvPr id="763" name="Google Shape;763;p93"/>
          <p:cNvSpPr txBox="1"/>
          <p:nvPr>
            <p:ph idx="4" type="body"/>
          </p:nvPr>
        </p:nvSpPr>
        <p:spPr>
          <a:xfrm>
            <a:off x="1774150" y="1561925"/>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764" name="Google Shape;764;p93"/>
          <p:cNvSpPr txBox="1"/>
          <p:nvPr>
            <p:ph idx="5" type="subTitle"/>
          </p:nvPr>
        </p:nvSpPr>
        <p:spPr>
          <a:xfrm>
            <a:off x="1774950" y="1364175"/>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765" name="Google Shape;765;p93"/>
          <p:cNvSpPr/>
          <p:nvPr>
            <p:ph idx="6" type="pic"/>
          </p:nvPr>
        </p:nvSpPr>
        <p:spPr>
          <a:xfrm>
            <a:off x="5120475" y="1479225"/>
            <a:ext cx="738900" cy="738900"/>
          </a:xfrm>
          <a:prstGeom prst="rect">
            <a:avLst/>
          </a:prstGeom>
          <a:noFill/>
          <a:ln>
            <a:noFill/>
          </a:ln>
        </p:spPr>
      </p:sp>
      <p:sp>
        <p:nvSpPr>
          <p:cNvPr id="766" name="Google Shape;766;p93"/>
          <p:cNvSpPr txBox="1"/>
          <p:nvPr>
            <p:ph idx="7" type="body"/>
          </p:nvPr>
        </p:nvSpPr>
        <p:spPr>
          <a:xfrm>
            <a:off x="6030925" y="1561925"/>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767" name="Google Shape;767;p93"/>
          <p:cNvSpPr txBox="1"/>
          <p:nvPr>
            <p:ph idx="8" type="subTitle"/>
          </p:nvPr>
        </p:nvSpPr>
        <p:spPr>
          <a:xfrm>
            <a:off x="6031725" y="1364175"/>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768" name="Google Shape;768;p93"/>
          <p:cNvSpPr/>
          <p:nvPr>
            <p:ph idx="9" type="pic"/>
          </p:nvPr>
        </p:nvSpPr>
        <p:spPr>
          <a:xfrm>
            <a:off x="863700" y="3308611"/>
            <a:ext cx="738900" cy="738900"/>
          </a:xfrm>
          <a:prstGeom prst="rect">
            <a:avLst/>
          </a:prstGeom>
          <a:noFill/>
          <a:ln>
            <a:noFill/>
          </a:ln>
        </p:spPr>
      </p:sp>
      <p:sp>
        <p:nvSpPr>
          <p:cNvPr id="769" name="Google Shape;769;p93"/>
          <p:cNvSpPr txBox="1"/>
          <p:nvPr>
            <p:ph idx="13" type="body"/>
          </p:nvPr>
        </p:nvSpPr>
        <p:spPr>
          <a:xfrm>
            <a:off x="1774150" y="3391311"/>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770" name="Google Shape;770;p93"/>
          <p:cNvSpPr txBox="1"/>
          <p:nvPr>
            <p:ph idx="14" type="subTitle"/>
          </p:nvPr>
        </p:nvSpPr>
        <p:spPr>
          <a:xfrm>
            <a:off x="1774950" y="3193561"/>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771" name="Google Shape;771;p93"/>
          <p:cNvSpPr/>
          <p:nvPr>
            <p:ph idx="15" type="pic"/>
          </p:nvPr>
        </p:nvSpPr>
        <p:spPr>
          <a:xfrm>
            <a:off x="5120475" y="3308611"/>
            <a:ext cx="738900" cy="738900"/>
          </a:xfrm>
          <a:prstGeom prst="rect">
            <a:avLst/>
          </a:prstGeom>
          <a:noFill/>
          <a:ln>
            <a:noFill/>
          </a:ln>
        </p:spPr>
      </p:sp>
      <p:sp>
        <p:nvSpPr>
          <p:cNvPr id="772" name="Google Shape;772;p93"/>
          <p:cNvSpPr txBox="1"/>
          <p:nvPr>
            <p:ph idx="16" type="body"/>
          </p:nvPr>
        </p:nvSpPr>
        <p:spPr>
          <a:xfrm>
            <a:off x="6030925" y="3391311"/>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773" name="Google Shape;773;p93"/>
          <p:cNvSpPr txBox="1"/>
          <p:nvPr>
            <p:ph idx="17" type="subTitle"/>
          </p:nvPr>
        </p:nvSpPr>
        <p:spPr>
          <a:xfrm>
            <a:off x="6031725" y="3193561"/>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V1">
  <p:cSld name="CUSTOM_8">
    <p:bg>
      <p:bgPr>
        <a:solidFill>
          <a:schemeClr val="accent3"/>
        </a:solidFill>
      </p:bgPr>
    </p:bg>
    <p:spTree>
      <p:nvGrpSpPr>
        <p:cNvPr id="774" name="Shape 774"/>
        <p:cNvGrpSpPr/>
        <p:nvPr/>
      </p:nvGrpSpPr>
      <p:grpSpPr>
        <a:xfrm>
          <a:off x="0" y="0"/>
          <a:ext cx="0" cy="0"/>
          <a:chOff x="0" y="0"/>
          <a:chExt cx="0" cy="0"/>
        </a:xfrm>
      </p:grpSpPr>
      <p:sp>
        <p:nvSpPr>
          <p:cNvPr id="775" name="Google Shape;775;p94"/>
          <p:cNvSpPr txBox="1"/>
          <p:nvPr>
            <p:ph type="title"/>
          </p:nvPr>
        </p:nvSpPr>
        <p:spPr>
          <a:xfrm>
            <a:off x="640336" y="3853289"/>
            <a:ext cx="53397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6" name="Google Shape;776;p94"/>
          <p:cNvSpPr/>
          <p:nvPr>
            <p:ph idx="2" type="pic"/>
          </p:nvPr>
        </p:nvSpPr>
        <p:spPr>
          <a:xfrm>
            <a:off x="1224650" y="2088671"/>
            <a:ext cx="413400" cy="413400"/>
          </a:xfrm>
          <a:prstGeom prst="rect">
            <a:avLst/>
          </a:prstGeom>
          <a:noFill/>
          <a:ln>
            <a:noFill/>
          </a:ln>
        </p:spPr>
      </p:sp>
      <p:sp>
        <p:nvSpPr>
          <p:cNvPr id="777" name="Google Shape;777;p94"/>
          <p:cNvSpPr/>
          <p:nvPr>
            <p:ph idx="3" type="pic"/>
          </p:nvPr>
        </p:nvSpPr>
        <p:spPr>
          <a:xfrm>
            <a:off x="3105050" y="2088671"/>
            <a:ext cx="413400" cy="413400"/>
          </a:xfrm>
          <a:prstGeom prst="rect">
            <a:avLst/>
          </a:prstGeom>
          <a:noFill/>
          <a:ln>
            <a:noFill/>
          </a:ln>
        </p:spPr>
      </p:sp>
      <p:sp>
        <p:nvSpPr>
          <p:cNvPr id="778" name="Google Shape;778;p94"/>
          <p:cNvSpPr/>
          <p:nvPr>
            <p:ph idx="4" type="pic"/>
          </p:nvPr>
        </p:nvSpPr>
        <p:spPr>
          <a:xfrm>
            <a:off x="4998488" y="2088671"/>
            <a:ext cx="413400" cy="413400"/>
          </a:xfrm>
          <a:prstGeom prst="rect">
            <a:avLst/>
          </a:prstGeom>
          <a:noFill/>
          <a:ln>
            <a:noFill/>
          </a:ln>
        </p:spPr>
      </p:sp>
      <p:sp>
        <p:nvSpPr>
          <p:cNvPr id="779" name="Google Shape;779;p94"/>
          <p:cNvSpPr/>
          <p:nvPr>
            <p:ph idx="5" type="pic"/>
          </p:nvPr>
        </p:nvSpPr>
        <p:spPr>
          <a:xfrm>
            <a:off x="6891938" y="2088671"/>
            <a:ext cx="413400" cy="413400"/>
          </a:xfrm>
          <a:prstGeom prst="rect">
            <a:avLst/>
          </a:prstGeom>
          <a:noFill/>
          <a:ln>
            <a:noFill/>
          </a:ln>
        </p:spPr>
      </p:sp>
      <p:sp>
        <p:nvSpPr>
          <p:cNvPr id="780" name="Google Shape;780;p94"/>
          <p:cNvSpPr txBox="1"/>
          <p:nvPr>
            <p:ph idx="1" type="body"/>
          </p:nvPr>
        </p:nvSpPr>
        <p:spPr>
          <a:xfrm>
            <a:off x="700775" y="4573925"/>
            <a:ext cx="53064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V2">
  <p:cSld name="CUSTOM_9">
    <p:spTree>
      <p:nvGrpSpPr>
        <p:cNvPr id="781" name="Shape 781"/>
        <p:cNvGrpSpPr/>
        <p:nvPr/>
      </p:nvGrpSpPr>
      <p:grpSpPr>
        <a:xfrm>
          <a:off x="0" y="0"/>
          <a:ext cx="0" cy="0"/>
          <a:chOff x="0" y="0"/>
          <a:chExt cx="0" cy="0"/>
        </a:xfrm>
      </p:grpSpPr>
      <p:sp>
        <p:nvSpPr>
          <p:cNvPr id="782" name="Google Shape;782;p95"/>
          <p:cNvSpPr txBox="1"/>
          <p:nvPr>
            <p:ph type="title"/>
          </p:nvPr>
        </p:nvSpPr>
        <p:spPr>
          <a:xfrm>
            <a:off x="640336" y="3853289"/>
            <a:ext cx="53397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3" name="Google Shape;783;p95"/>
          <p:cNvSpPr txBox="1"/>
          <p:nvPr>
            <p:ph idx="1" type="body"/>
          </p:nvPr>
        </p:nvSpPr>
        <p:spPr>
          <a:xfrm>
            <a:off x="700775" y="4573925"/>
            <a:ext cx="53064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ly Calendar">
  <p:cSld name="CUSTOM_10">
    <p:bg>
      <p:bgPr>
        <a:solidFill>
          <a:schemeClr val="lt1"/>
        </a:solidFill>
      </p:bgPr>
    </p:bg>
    <p:spTree>
      <p:nvGrpSpPr>
        <p:cNvPr id="784" name="Shape 784"/>
        <p:cNvGrpSpPr/>
        <p:nvPr/>
      </p:nvGrpSpPr>
      <p:grpSpPr>
        <a:xfrm>
          <a:off x="0" y="0"/>
          <a:ext cx="0" cy="0"/>
          <a:chOff x="0" y="0"/>
          <a:chExt cx="0" cy="0"/>
        </a:xfrm>
      </p:grpSpPr>
      <p:sp>
        <p:nvSpPr>
          <p:cNvPr id="785" name="Google Shape;785;p96"/>
          <p:cNvSpPr/>
          <p:nvPr/>
        </p:nvSpPr>
        <p:spPr>
          <a:xfrm>
            <a:off x="4700100" y="0"/>
            <a:ext cx="4443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96"/>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1pPr>
            <a:lvl2pPr indent="-266700" lvl="1" marL="914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2pPr>
            <a:lvl3pPr indent="-266700" lvl="2" marL="1371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3pPr>
            <a:lvl4pPr indent="-266700" lvl="3" marL="1828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4pPr>
            <a:lvl5pPr indent="-266700" lvl="4" marL="22860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5pPr>
            <a:lvl6pPr indent="-266700" lvl="5" marL="2743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6pPr>
            <a:lvl7pPr indent="-266700" lvl="6" marL="3200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7pPr>
            <a:lvl8pPr indent="-266700" lvl="7" marL="3657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8pPr>
            <a:lvl9pPr indent="-266700" lvl="8" marL="4114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9pPr>
          </a:lstStyle>
          <a:p/>
        </p:txBody>
      </p:sp>
      <p:sp>
        <p:nvSpPr>
          <p:cNvPr id="787" name="Google Shape;787;p96"/>
          <p:cNvSpPr txBox="1"/>
          <p:nvPr>
            <p:ph idx="2" type="subTitle"/>
          </p:nvPr>
        </p:nvSpPr>
        <p:spPr>
          <a:xfrm>
            <a:off x="689050" y="531800"/>
            <a:ext cx="15072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88" name="Google Shape;788;p96"/>
          <p:cNvSpPr/>
          <p:nvPr>
            <p:ph idx="3" type="pic"/>
          </p:nvPr>
        </p:nvSpPr>
        <p:spPr>
          <a:xfrm>
            <a:off x="5299922" y="644675"/>
            <a:ext cx="273600" cy="273600"/>
          </a:xfrm>
          <a:prstGeom prst="rect">
            <a:avLst/>
          </a:prstGeom>
          <a:noFill/>
          <a:ln>
            <a:noFill/>
          </a:ln>
        </p:spPr>
      </p:sp>
      <p:sp>
        <p:nvSpPr>
          <p:cNvPr id="789" name="Google Shape;789;p96"/>
          <p:cNvSpPr/>
          <p:nvPr>
            <p:ph idx="4" type="pic"/>
          </p:nvPr>
        </p:nvSpPr>
        <p:spPr>
          <a:xfrm>
            <a:off x="5299922" y="1678237"/>
            <a:ext cx="273600" cy="273600"/>
          </a:xfrm>
          <a:prstGeom prst="rect">
            <a:avLst/>
          </a:prstGeom>
          <a:noFill/>
          <a:ln>
            <a:noFill/>
          </a:ln>
        </p:spPr>
      </p:sp>
      <p:sp>
        <p:nvSpPr>
          <p:cNvPr id="790" name="Google Shape;790;p96"/>
          <p:cNvSpPr txBox="1"/>
          <p:nvPr>
            <p:ph idx="5" type="body"/>
          </p:nvPr>
        </p:nvSpPr>
        <p:spPr>
          <a:xfrm>
            <a:off x="5529550" y="557100"/>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91" name="Google Shape;791;p96"/>
          <p:cNvSpPr txBox="1"/>
          <p:nvPr>
            <p:ph idx="6" type="body"/>
          </p:nvPr>
        </p:nvSpPr>
        <p:spPr>
          <a:xfrm>
            <a:off x="5529554" y="678452"/>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792" name="Google Shape;792;p96"/>
          <p:cNvSpPr txBox="1"/>
          <p:nvPr>
            <p:ph idx="7" type="body"/>
          </p:nvPr>
        </p:nvSpPr>
        <p:spPr>
          <a:xfrm>
            <a:off x="5529550" y="1636031"/>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93" name="Google Shape;793;p96"/>
          <p:cNvSpPr txBox="1"/>
          <p:nvPr>
            <p:ph idx="8" type="body"/>
          </p:nvPr>
        </p:nvSpPr>
        <p:spPr>
          <a:xfrm>
            <a:off x="5529554" y="1757384"/>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794" name="Google Shape;794;p96"/>
          <p:cNvSpPr/>
          <p:nvPr>
            <p:ph idx="9" type="pic"/>
          </p:nvPr>
        </p:nvSpPr>
        <p:spPr>
          <a:xfrm>
            <a:off x="5299922" y="2765266"/>
            <a:ext cx="273600" cy="273600"/>
          </a:xfrm>
          <a:prstGeom prst="rect">
            <a:avLst/>
          </a:prstGeom>
          <a:noFill/>
          <a:ln>
            <a:noFill/>
          </a:ln>
        </p:spPr>
      </p:sp>
      <p:sp>
        <p:nvSpPr>
          <p:cNvPr id="795" name="Google Shape;795;p96"/>
          <p:cNvSpPr txBox="1"/>
          <p:nvPr>
            <p:ph idx="13" type="body"/>
          </p:nvPr>
        </p:nvSpPr>
        <p:spPr>
          <a:xfrm>
            <a:off x="5529550" y="2723054"/>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96" name="Google Shape;796;p96"/>
          <p:cNvSpPr txBox="1"/>
          <p:nvPr>
            <p:ph idx="14" type="body"/>
          </p:nvPr>
        </p:nvSpPr>
        <p:spPr>
          <a:xfrm>
            <a:off x="5529554" y="2844406"/>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797" name="Google Shape;797;p96"/>
          <p:cNvSpPr/>
          <p:nvPr>
            <p:ph idx="15" type="pic"/>
          </p:nvPr>
        </p:nvSpPr>
        <p:spPr>
          <a:xfrm>
            <a:off x="5299922" y="3852616"/>
            <a:ext cx="273600" cy="273600"/>
          </a:xfrm>
          <a:prstGeom prst="rect">
            <a:avLst/>
          </a:prstGeom>
          <a:noFill/>
          <a:ln>
            <a:noFill/>
          </a:ln>
        </p:spPr>
      </p:sp>
      <p:sp>
        <p:nvSpPr>
          <p:cNvPr id="798" name="Google Shape;798;p96"/>
          <p:cNvSpPr txBox="1"/>
          <p:nvPr>
            <p:ph idx="16" type="body"/>
          </p:nvPr>
        </p:nvSpPr>
        <p:spPr>
          <a:xfrm>
            <a:off x="5529550" y="3810398"/>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799" name="Google Shape;799;p96"/>
          <p:cNvSpPr txBox="1"/>
          <p:nvPr>
            <p:ph idx="17" type="body"/>
          </p:nvPr>
        </p:nvSpPr>
        <p:spPr>
          <a:xfrm>
            <a:off x="5529554" y="3931751"/>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p:cSld name="CUSTOM_11">
    <p:bg>
      <p:bgPr>
        <a:solidFill>
          <a:schemeClr val="accent3"/>
        </a:solidFill>
      </p:bgPr>
    </p:bg>
    <p:spTree>
      <p:nvGrpSpPr>
        <p:cNvPr id="800" name="Shape 800"/>
        <p:cNvGrpSpPr/>
        <p:nvPr/>
      </p:nvGrpSpPr>
      <p:grpSpPr>
        <a:xfrm>
          <a:off x="0" y="0"/>
          <a:ext cx="0" cy="0"/>
          <a:chOff x="0" y="0"/>
          <a:chExt cx="0" cy="0"/>
        </a:xfrm>
      </p:grpSpPr>
      <p:sp>
        <p:nvSpPr>
          <p:cNvPr id="801" name="Google Shape;801;p97"/>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802" name="Google Shape;802;p97"/>
          <p:cNvSpPr txBox="1"/>
          <p:nvPr>
            <p:ph type="title"/>
          </p:nvPr>
        </p:nvSpPr>
        <p:spPr>
          <a:xfrm>
            <a:off x="661574" y="424278"/>
            <a:ext cx="51513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3" name="Google Shape;803;p97"/>
          <p:cNvSpPr txBox="1"/>
          <p:nvPr>
            <p:ph idx="2" type="body"/>
          </p:nvPr>
        </p:nvSpPr>
        <p:spPr>
          <a:xfrm>
            <a:off x="687900"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804" name="Google Shape;804;p97"/>
          <p:cNvSpPr txBox="1"/>
          <p:nvPr>
            <p:ph idx="3" type="body"/>
          </p:nvPr>
        </p:nvSpPr>
        <p:spPr>
          <a:xfrm>
            <a:off x="2262132"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805" name="Google Shape;805;p97"/>
          <p:cNvSpPr txBox="1"/>
          <p:nvPr>
            <p:ph idx="4" type="body"/>
          </p:nvPr>
        </p:nvSpPr>
        <p:spPr>
          <a:xfrm>
            <a:off x="3827041"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806" name="Google Shape;806;p97"/>
          <p:cNvSpPr txBox="1"/>
          <p:nvPr>
            <p:ph idx="5" type="body"/>
          </p:nvPr>
        </p:nvSpPr>
        <p:spPr>
          <a:xfrm>
            <a:off x="5397375"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807" name="Google Shape;807;p97"/>
          <p:cNvSpPr txBox="1"/>
          <p:nvPr>
            <p:ph idx="6" type="body"/>
          </p:nvPr>
        </p:nvSpPr>
        <p:spPr>
          <a:xfrm>
            <a:off x="6956568"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808" name="Google Shape;808;p97"/>
          <p:cNvSpPr/>
          <p:nvPr>
            <p:ph idx="7" type="pic"/>
          </p:nvPr>
        </p:nvSpPr>
        <p:spPr>
          <a:xfrm>
            <a:off x="727950" y="1764075"/>
            <a:ext cx="304500" cy="304500"/>
          </a:xfrm>
          <a:prstGeom prst="rect">
            <a:avLst/>
          </a:prstGeom>
          <a:noFill/>
          <a:ln>
            <a:noFill/>
          </a:ln>
        </p:spPr>
      </p:sp>
      <p:sp>
        <p:nvSpPr>
          <p:cNvPr id="809" name="Google Shape;809;p97"/>
          <p:cNvSpPr/>
          <p:nvPr>
            <p:ph idx="8" type="pic"/>
          </p:nvPr>
        </p:nvSpPr>
        <p:spPr>
          <a:xfrm>
            <a:off x="727950" y="2320438"/>
            <a:ext cx="304500" cy="304500"/>
          </a:xfrm>
          <a:prstGeom prst="rect">
            <a:avLst/>
          </a:prstGeom>
          <a:noFill/>
          <a:ln>
            <a:noFill/>
          </a:ln>
        </p:spPr>
      </p:sp>
      <p:sp>
        <p:nvSpPr>
          <p:cNvPr id="810" name="Google Shape;810;p97"/>
          <p:cNvSpPr/>
          <p:nvPr>
            <p:ph idx="9" type="pic"/>
          </p:nvPr>
        </p:nvSpPr>
        <p:spPr>
          <a:xfrm>
            <a:off x="727950" y="2860788"/>
            <a:ext cx="304500" cy="304500"/>
          </a:xfrm>
          <a:prstGeom prst="rect">
            <a:avLst/>
          </a:prstGeom>
          <a:noFill/>
          <a:ln>
            <a:noFill/>
          </a:ln>
        </p:spPr>
      </p:sp>
      <p:sp>
        <p:nvSpPr>
          <p:cNvPr id="811" name="Google Shape;811;p97"/>
          <p:cNvSpPr/>
          <p:nvPr>
            <p:ph idx="13" type="pic"/>
          </p:nvPr>
        </p:nvSpPr>
        <p:spPr>
          <a:xfrm>
            <a:off x="727950" y="3401138"/>
            <a:ext cx="304500" cy="304500"/>
          </a:xfrm>
          <a:prstGeom prst="rect">
            <a:avLst/>
          </a:prstGeom>
          <a:noFill/>
          <a:ln>
            <a:noFill/>
          </a:ln>
        </p:spPr>
      </p:sp>
      <p:sp>
        <p:nvSpPr>
          <p:cNvPr id="812" name="Google Shape;812;p97"/>
          <p:cNvSpPr/>
          <p:nvPr>
            <p:ph idx="14" type="pic"/>
          </p:nvPr>
        </p:nvSpPr>
        <p:spPr>
          <a:xfrm>
            <a:off x="2296475" y="1764075"/>
            <a:ext cx="304500" cy="304500"/>
          </a:xfrm>
          <a:prstGeom prst="rect">
            <a:avLst/>
          </a:prstGeom>
          <a:noFill/>
          <a:ln>
            <a:noFill/>
          </a:ln>
        </p:spPr>
      </p:sp>
      <p:sp>
        <p:nvSpPr>
          <p:cNvPr id="813" name="Google Shape;813;p97"/>
          <p:cNvSpPr/>
          <p:nvPr>
            <p:ph idx="15" type="pic"/>
          </p:nvPr>
        </p:nvSpPr>
        <p:spPr>
          <a:xfrm>
            <a:off x="3865000" y="1764075"/>
            <a:ext cx="304500" cy="304500"/>
          </a:xfrm>
          <a:prstGeom prst="rect">
            <a:avLst/>
          </a:prstGeom>
          <a:noFill/>
          <a:ln>
            <a:noFill/>
          </a:ln>
        </p:spPr>
      </p:sp>
      <p:sp>
        <p:nvSpPr>
          <p:cNvPr id="814" name="Google Shape;814;p97"/>
          <p:cNvSpPr/>
          <p:nvPr>
            <p:ph idx="16" type="pic"/>
          </p:nvPr>
        </p:nvSpPr>
        <p:spPr>
          <a:xfrm>
            <a:off x="5433525" y="1764075"/>
            <a:ext cx="304500" cy="304500"/>
          </a:xfrm>
          <a:prstGeom prst="rect">
            <a:avLst/>
          </a:prstGeom>
          <a:noFill/>
          <a:ln>
            <a:noFill/>
          </a:ln>
        </p:spPr>
      </p:sp>
      <p:sp>
        <p:nvSpPr>
          <p:cNvPr id="815" name="Google Shape;815;p97"/>
          <p:cNvSpPr/>
          <p:nvPr>
            <p:ph idx="17" type="pic"/>
          </p:nvPr>
        </p:nvSpPr>
        <p:spPr>
          <a:xfrm>
            <a:off x="7002050" y="1764075"/>
            <a:ext cx="304500" cy="304500"/>
          </a:xfrm>
          <a:prstGeom prst="rect">
            <a:avLst/>
          </a:prstGeom>
          <a:noFill/>
          <a:ln>
            <a:noFill/>
          </a:ln>
        </p:spPr>
      </p:sp>
      <p:sp>
        <p:nvSpPr>
          <p:cNvPr id="816" name="Google Shape;816;p97"/>
          <p:cNvSpPr/>
          <p:nvPr>
            <p:ph idx="18" type="pic"/>
          </p:nvPr>
        </p:nvSpPr>
        <p:spPr>
          <a:xfrm>
            <a:off x="2296475" y="2320438"/>
            <a:ext cx="304500" cy="304500"/>
          </a:xfrm>
          <a:prstGeom prst="rect">
            <a:avLst/>
          </a:prstGeom>
          <a:noFill/>
          <a:ln>
            <a:noFill/>
          </a:ln>
        </p:spPr>
      </p:sp>
      <p:sp>
        <p:nvSpPr>
          <p:cNvPr id="817" name="Google Shape;817;p97"/>
          <p:cNvSpPr/>
          <p:nvPr>
            <p:ph idx="19" type="pic"/>
          </p:nvPr>
        </p:nvSpPr>
        <p:spPr>
          <a:xfrm>
            <a:off x="2296475" y="2860788"/>
            <a:ext cx="304500" cy="304500"/>
          </a:xfrm>
          <a:prstGeom prst="rect">
            <a:avLst/>
          </a:prstGeom>
          <a:noFill/>
          <a:ln>
            <a:noFill/>
          </a:ln>
        </p:spPr>
      </p:sp>
      <p:sp>
        <p:nvSpPr>
          <p:cNvPr id="818" name="Google Shape;818;p97"/>
          <p:cNvSpPr/>
          <p:nvPr>
            <p:ph idx="20" type="pic"/>
          </p:nvPr>
        </p:nvSpPr>
        <p:spPr>
          <a:xfrm>
            <a:off x="2296475" y="3401138"/>
            <a:ext cx="304500" cy="304500"/>
          </a:xfrm>
          <a:prstGeom prst="rect">
            <a:avLst/>
          </a:prstGeom>
          <a:noFill/>
          <a:ln>
            <a:noFill/>
          </a:ln>
        </p:spPr>
      </p:sp>
      <p:sp>
        <p:nvSpPr>
          <p:cNvPr id="819" name="Google Shape;819;p97"/>
          <p:cNvSpPr/>
          <p:nvPr>
            <p:ph idx="21" type="pic"/>
          </p:nvPr>
        </p:nvSpPr>
        <p:spPr>
          <a:xfrm>
            <a:off x="3865000" y="2320438"/>
            <a:ext cx="304500" cy="304500"/>
          </a:xfrm>
          <a:prstGeom prst="rect">
            <a:avLst/>
          </a:prstGeom>
          <a:noFill/>
          <a:ln>
            <a:noFill/>
          </a:ln>
        </p:spPr>
      </p:sp>
      <p:sp>
        <p:nvSpPr>
          <p:cNvPr id="820" name="Google Shape;820;p97"/>
          <p:cNvSpPr/>
          <p:nvPr>
            <p:ph idx="22" type="pic"/>
          </p:nvPr>
        </p:nvSpPr>
        <p:spPr>
          <a:xfrm>
            <a:off x="3865000" y="2860788"/>
            <a:ext cx="304500" cy="304500"/>
          </a:xfrm>
          <a:prstGeom prst="rect">
            <a:avLst/>
          </a:prstGeom>
          <a:noFill/>
          <a:ln>
            <a:noFill/>
          </a:ln>
        </p:spPr>
      </p:sp>
      <p:sp>
        <p:nvSpPr>
          <p:cNvPr id="821" name="Google Shape;821;p97"/>
          <p:cNvSpPr/>
          <p:nvPr>
            <p:ph idx="23" type="pic"/>
          </p:nvPr>
        </p:nvSpPr>
        <p:spPr>
          <a:xfrm>
            <a:off x="3865000" y="3401138"/>
            <a:ext cx="304500" cy="304500"/>
          </a:xfrm>
          <a:prstGeom prst="rect">
            <a:avLst/>
          </a:prstGeom>
          <a:noFill/>
          <a:ln>
            <a:noFill/>
          </a:ln>
        </p:spPr>
      </p:sp>
      <p:sp>
        <p:nvSpPr>
          <p:cNvPr id="822" name="Google Shape;822;p97"/>
          <p:cNvSpPr/>
          <p:nvPr>
            <p:ph idx="24" type="pic"/>
          </p:nvPr>
        </p:nvSpPr>
        <p:spPr>
          <a:xfrm>
            <a:off x="5433525" y="2320438"/>
            <a:ext cx="304500" cy="304500"/>
          </a:xfrm>
          <a:prstGeom prst="rect">
            <a:avLst/>
          </a:prstGeom>
          <a:noFill/>
          <a:ln>
            <a:noFill/>
          </a:ln>
        </p:spPr>
      </p:sp>
      <p:sp>
        <p:nvSpPr>
          <p:cNvPr id="823" name="Google Shape;823;p97"/>
          <p:cNvSpPr/>
          <p:nvPr>
            <p:ph idx="25" type="pic"/>
          </p:nvPr>
        </p:nvSpPr>
        <p:spPr>
          <a:xfrm>
            <a:off x="5433525" y="2860788"/>
            <a:ext cx="304500" cy="304500"/>
          </a:xfrm>
          <a:prstGeom prst="rect">
            <a:avLst/>
          </a:prstGeom>
          <a:noFill/>
          <a:ln>
            <a:noFill/>
          </a:ln>
        </p:spPr>
      </p:sp>
      <p:sp>
        <p:nvSpPr>
          <p:cNvPr id="824" name="Google Shape;824;p97"/>
          <p:cNvSpPr/>
          <p:nvPr>
            <p:ph idx="26" type="pic"/>
          </p:nvPr>
        </p:nvSpPr>
        <p:spPr>
          <a:xfrm>
            <a:off x="5433525" y="3401138"/>
            <a:ext cx="304500" cy="304500"/>
          </a:xfrm>
          <a:prstGeom prst="rect">
            <a:avLst/>
          </a:prstGeom>
          <a:noFill/>
          <a:ln>
            <a:noFill/>
          </a:ln>
        </p:spPr>
      </p:sp>
      <p:sp>
        <p:nvSpPr>
          <p:cNvPr id="825" name="Google Shape;825;p97"/>
          <p:cNvSpPr/>
          <p:nvPr>
            <p:ph idx="27" type="pic"/>
          </p:nvPr>
        </p:nvSpPr>
        <p:spPr>
          <a:xfrm>
            <a:off x="7002050" y="2320438"/>
            <a:ext cx="304500" cy="304500"/>
          </a:xfrm>
          <a:prstGeom prst="rect">
            <a:avLst/>
          </a:prstGeom>
          <a:noFill/>
          <a:ln>
            <a:noFill/>
          </a:ln>
        </p:spPr>
      </p:sp>
      <p:sp>
        <p:nvSpPr>
          <p:cNvPr id="826" name="Google Shape;826;p97"/>
          <p:cNvSpPr/>
          <p:nvPr>
            <p:ph idx="28" type="pic"/>
          </p:nvPr>
        </p:nvSpPr>
        <p:spPr>
          <a:xfrm>
            <a:off x="7002050" y="2860788"/>
            <a:ext cx="304500" cy="304500"/>
          </a:xfrm>
          <a:prstGeom prst="rect">
            <a:avLst/>
          </a:prstGeom>
          <a:noFill/>
          <a:ln>
            <a:noFill/>
          </a:ln>
        </p:spPr>
      </p:sp>
      <p:sp>
        <p:nvSpPr>
          <p:cNvPr id="827" name="Google Shape;827;p97"/>
          <p:cNvSpPr/>
          <p:nvPr>
            <p:ph idx="29" type="pic"/>
          </p:nvPr>
        </p:nvSpPr>
        <p:spPr>
          <a:xfrm>
            <a:off x="7002050" y="3401138"/>
            <a:ext cx="304500" cy="304500"/>
          </a:xfrm>
          <a:prstGeom prst="rect">
            <a:avLst/>
          </a:prstGeom>
          <a:noFill/>
          <a:ln>
            <a:noFill/>
          </a:ln>
        </p:spPr>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Load Time Optimization">
  <p:cSld name="CUSTOM_13">
    <p:spTree>
      <p:nvGrpSpPr>
        <p:cNvPr id="828" name="Shape 828"/>
        <p:cNvGrpSpPr/>
        <p:nvPr/>
      </p:nvGrpSpPr>
      <p:grpSpPr>
        <a:xfrm>
          <a:off x="0" y="0"/>
          <a:ext cx="0" cy="0"/>
          <a:chOff x="0" y="0"/>
          <a:chExt cx="0" cy="0"/>
        </a:xfrm>
      </p:grpSpPr>
      <p:sp>
        <p:nvSpPr>
          <p:cNvPr id="829" name="Google Shape;829;p98"/>
          <p:cNvSpPr/>
          <p:nvPr>
            <p:ph idx="2" type="pic"/>
          </p:nvPr>
        </p:nvSpPr>
        <p:spPr>
          <a:xfrm>
            <a:off x="791050" y="1977650"/>
            <a:ext cx="1307100" cy="1956600"/>
          </a:xfrm>
          <a:prstGeom prst="rect">
            <a:avLst/>
          </a:prstGeom>
          <a:noFill/>
          <a:ln>
            <a:noFill/>
          </a:ln>
        </p:spPr>
      </p:sp>
      <p:sp>
        <p:nvSpPr>
          <p:cNvPr id="830" name="Google Shape;830;p98"/>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831" name="Google Shape;831;p98"/>
          <p:cNvSpPr txBox="1"/>
          <p:nvPr>
            <p:ph type="title"/>
          </p:nvPr>
        </p:nvSpPr>
        <p:spPr>
          <a:xfrm>
            <a:off x="661576" y="424275"/>
            <a:ext cx="78909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2" name="Google Shape;832;p98"/>
          <p:cNvSpPr txBox="1"/>
          <p:nvPr>
            <p:ph idx="3" type="body"/>
          </p:nvPr>
        </p:nvSpPr>
        <p:spPr>
          <a:xfrm>
            <a:off x="1890825" y="3120325"/>
            <a:ext cx="1186200" cy="2034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SzPts val="800"/>
              <a:buFont typeface="Lexend SemiBold"/>
              <a:buChar char="●"/>
              <a:defRPr sz="800">
                <a:latin typeface="Lexend SemiBold"/>
                <a:ea typeface="Lexend SemiBold"/>
                <a:cs typeface="Lexend SemiBold"/>
                <a:sym typeface="Lexend SemiBold"/>
              </a:defRPr>
            </a:lvl1pPr>
            <a:lvl2pPr indent="-279400" lvl="1" marL="914400">
              <a:spcBef>
                <a:spcPts val="0"/>
              </a:spcBef>
              <a:spcAft>
                <a:spcPts val="0"/>
              </a:spcAft>
              <a:buSzPts val="800"/>
              <a:buFont typeface="Lexend SemiBold"/>
              <a:buChar char="○"/>
              <a:defRPr sz="800">
                <a:latin typeface="Lexend SemiBold"/>
                <a:ea typeface="Lexend SemiBold"/>
                <a:cs typeface="Lexend SemiBold"/>
                <a:sym typeface="Lexend SemiBold"/>
              </a:defRPr>
            </a:lvl2pPr>
            <a:lvl3pPr indent="-279400" lvl="2" marL="1371600">
              <a:spcBef>
                <a:spcPts val="0"/>
              </a:spcBef>
              <a:spcAft>
                <a:spcPts val="0"/>
              </a:spcAft>
              <a:buSzPts val="800"/>
              <a:buFont typeface="Lexend SemiBold"/>
              <a:buChar char="■"/>
              <a:defRPr sz="800">
                <a:latin typeface="Lexend SemiBold"/>
                <a:ea typeface="Lexend SemiBold"/>
                <a:cs typeface="Lexend SemiBold"/>
                <a:sym typeface="Lexend SemiBold"/>
              </a:defRPr>
            </a:lvl3pPr>
            <a:lvl4pPr indent="-279400" lvl="3" marL="1828800">
              <a:spcBef>
                <a:spcPts val="0"/>
              </a:spcBef>
              <a:spcAft>
                <a:spcPts val="0"/>
              </a:spcAft>
              <a:buSzPts val="800"/>
              <a:buFont typeface="Lexend SemiBold"/>
              <a:buChar char="●"/>
              <a:defRPr sz="800">
                <a:latin typeface="Lexend SemiBold"/>
                <a:ea typeface="Lexend SemiBold"/>
                <a:cs typeface="Lexend SemiBold"/>
                <a:sym typeface="Lexend SemiBold"/>
              </a:defRPr>
            </a:lvl4pPr>
            <a:lvl5pPr indent="-279400" lvl="4" marL="2286000">
              <a:spcBef>
                <a:spcPts val="0"/>
              </a:spcBef>
              <a:spcAft>
                <a:spcPts val="0"/>
              </a:spcAft>
              <a:buSzPts val="800"/>
              <a:buFont typeface="Lexend SemiBold"/>
              <a:buChar char="○"/>
              <a:defRPr sz="800">
                <a:latin typeface="Lexend SemiBold"/>
                <a:ea typeface="Lexend SemiBold"/>
                <a:cs typeface="Lexend SemiBold"/>
                <a:sym typeface="Lexend SemiBold"/>
              </a:defRPr>
            </a:lvl5pPr>
            <a:lvl6pPr indent="-279400" lvl="5" marL="2743200">
              <a:spcBef>
                <a:spcPts val="0"/>
              </a:spcBef>
              <a:spcAft>
                <a:spcPts val="0"/>
              </a:spcAft>
              <a:buSzPts val="800"/>
              <a:buFont typeface="Lexend SemiBold"/>
              <a:buChar char="■"/>
              <a:defRPr sz="800">
                <a:latin typeface="Lexend SemiBold"/>
                <a:ea typeface="Lexend SemiBold"/>
                <a:cs typeface="Lexend SemiBold"/>
                <a:sym typeface="Lexend SemiBold"/>
              </a:defRPr>
            </a:lvl6pPr>
            <a:lvl7pPr indent="-279400" lvl="6" marL="3200400">
              <a:spcBef>
                <a:spcPts val="0"/>
              </a:spcBef>
              <a:spcAft>
                <a:spcPts val="0"/>
              </a:spcAft>
              <a:buSzPts val="800"/>
              <a:buFont typeface="Lexend SemiBold"/>
              <a:buChar char="●"/>
              <a:defRPr sz="800">
                <a:latin typeface="Lexend SemiBold"/>
                <a:ea typeface="Lexend SemiBold"/>
                <a:cs typeface="Lexend SemiBold"/>
                <a:sym typeface="Lexend SemiBold"/>
              </a:defRPr>
            </a:lvl7pPr>
            <a:lvl8pPr indent="-279400" lvl="7" marL="3657600">
              <a:spcBef>
                <a:spcPts val="0"/>
              </a:spcBef>
              <a:spcAft>
                <a:spcPts val="0"/>
              </a:spcAft>
              <a:buSzPts val="800"/>
              <a:buFont typeface="Lexend SemiBold"/>
              <a:buChar char="○"/>
              <a:defRPr sz="800">
                <a:latin typeface="Lexend SemiBold"/>
                <a:ea typeface="Lexend SemiBold"/>
                <a:cs typeface="Lexend SemiBold"/>
                <a:sym typeface="Lexend SemiBold"/>
              </a:defRPr>
            </a:lvl8pPr>
            <a:lvl9pPr indent="-279400" lvl="8" marL="4114800">
              <a:spcBef>
                <a:spcPts val="0"/>
              </a:spcBef>
              <a:spcAft>
                <a:spcPts val="0"/>
              </a:spcAft>
              <a:buSzPts val="800"/>
              <a:buFont typeface="Lexend SemiBold"/>
              <a:buChar char="■"/>
              <a:defRPr sz="800">
                <a:latin typeface="Lexend SemiBold"/>
                <a:ea typeface="Lexend SemiBold"/>
                <a:cs typeface="Lexend SemiBold"/>
                <a:sym typeface="Lexend SemiBold"/>
              </a:defRPr>
            </a:lvl9pPr>
          </a:lstStyle>
          <a:p/>
        </p:txBody>
      </p:sp>
      <p:sp>
        <p:nvSpPr>
          <p:cNvPr id="833" name="Google Shape;833;p98"/>
          <p:cNvSpPr txBox="1"/>
          <p:nvPr>
            <p:ph idx="4" type="body"/>
          </p:nvPr>
        </p:nvSpPr>
        <p:spPr>
          <a:xfrm>
            <a:off x="1890825" y="3446750"/>
            <a:ext cx="1186200" cy="8235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SzPts val="800"/>
              <a:buFont typeface="Lexend ExtraLight"/>
              <a:buChar char="●"/>
              <a:defRPr sz="800">
                <a:latin typeface="Lexend ExtraLight"/>
                <a:ea typeface="Lexend ExtraLight"/>
                <a:cs typeface="Lexend ExtraLight"/>
                <a:sym typeface="Lexend ExtraLight"/>
              </a:defRPr>
            </a:lvl1pPr>
            <a:lvl2pPr indent="-279400" lvl="1" marL="914400">
              <a:spcBef>
                <a:spcPts val="0"/>
              </a:spcBef>
              <a:spcAft>
                <a:spcPts val="0"/>
              </a:spcAft>
              <a:buSzPts val="800"/>
              <a:buFont typeface="Lexend ExtraLight"/>
              <a:buChar char="○"/>
              <a:defRPr sz="800">
                <a:latin typeface="Lexend ExtraLight"/>
                <a:ea typeface="Lexend ExtraLight"/>
                <a:cs typeface="Lexend ExtraLight"/>
                <a:sym typeface="Lexend ExtraLight"/>
              </a:defRPr>
            </a:lvl2pPr>
            <a:lvl3pPr indent="-279400" lvl="2" marL="1371600">
              <a:spcBef>
                <a:spcPts val="0"/>
              </a:spcBef>
              <a:spcAft>
                <a:spcPts val="0"/>
              </a:spcAft>
              <a:buSzPts val="800"/>
              <a:buFont typeface="Lexend ExtraLight"/>
              <a:buChar char="■"/>
              <a:defRPr sz="800">
                <a:latin typeface="Lexend ExtraLight"/>
                <a:ea typeface="Lexend ExtraLight"/>
                <a:cs typeface="Lexend ExtraLight"/>
                <a:sym typeface="Lexend ExtraLight"/>
              </a:defRPr>
            </a:lvl3pPr>
            <a:lvl4pPr indent="-279400" lvl="3" marL="1828800">
              <a:spcBef>
                <a:spcPts val="0"/>
              </a:spcBef>
              <a:spcAft>
                <a:spcPts val="0"/>
              </a:spcAft>
              <a:buSzPts val="800"/>
              <a:buFont typeface="Lexend ExtraLight"/>
              <a:buChar char="●"/>
              <a:defRPr sz="800">
                <a:latin typeface="Lexend ExtraLight"/>
                <a:ea typeface="Lexend ExtraLight"/>
                <a:cs typeface="Lexend ExtraLight"/>
                <a:sym typeface="Lexend ExtraLight"/>
              </a:defRPr>
            </a:lvl4pPr>
            <a:lvl5pPr indent="-279400" lvl="4" marL="2286000">
              <a:spcBef>
                <a:spcPts val="0"/>
              </a:spcBef>
              <a:spcAft>
                <a:spcPts val="0"/>
              </a:spcAft>
              <a:buSzPts val="800"/>
              <a:buFont typeface="Lexend ExtraLight"/>
              <a:buChar char="○"/>
              <a:defRPr sz="800">
                <a:latin typeface="Lexend ExtraLight"/>
                <a:ea typeface="Lexend ExtraLight"/>
                <a:cs typeface="Lexend ExtraLight"/>
                <a:sym typeface="Lexend ExtraLight"/>
              </a:defRPr>
            </a:lvl5pPr>
            <a:lvl6pPr indent="-279400" lvl="5" marL="2743200">
              <a:spcBef>
                <a:spcPts val="0"/>
              </a:spcBef>
              <a:spcAft>
                <a:spcPts val="0"/>
              </a:spcAft>
              <a:buSzPts val="800"/>
              <a:buFont typeface="Lexend ExtraLight"/>
              <a:buChar char="■"/>
              <a:defRPr sz="800">
                <a:latin typeface="Lexend ExtraLight"/>
                <a:ea typeface="Lexend ExtraLight"/>
                <a:cs typeface="Lexend ExtraLight"/>
                <a:sym typeface="Lexend ExtraLight"/>
              </a:defRPr>
            </a:lvl6pPr>
            <a:lvl7pPr indent="-279400" lvl="6" marL="3200400">
              <a:spcBef>
                <a:spcPts val="0"/>
              </a:spcBef>
              <a:spcAft>
                <a:spcPts val="0"/>
              </a:spcAft>
              <a:buSzPts val="800"/>
              <a:buFont typeface="Lexend ExtraLight"/>
              <a:buChar char="●"/>
              <a:defRPr sz="800">
                <a:latin typeface="Lexend ExtraLight"/>
                <a:ea typeface="Lexend ExtraLight"/>
                <a:cs typeface="Lexend ExtraLight"/>
                <a:sym typeface="Lexend ExtraLight"/>
              </a:defRPr>
            </a:lvl7pPr>
            <a:lvl8pPr indent="-279400" lvl="7" marL="3657600">
              <a:spcBef>
                <a:spcPts val="0"/>
              </a:spcBef>
              <a:spcAft>
                <a:spcPts val="0"/>
              </a:spcAft>
              <a:buSzPts val="800"/>
              <a:buFont typeface="Lexend ExtraLight"/>
              <a:buChar char="○"/>
              <a:defRPr sz="800">
                <a:latin typeface="Lexend ExtraLight"/>
                <a:ea typeface="Lexend ExtraLight"/>
                <a:cs typeface="Lexend ExtraLight"/>
                <a:sym typeface="Lexend ExtraLight"/>
              </a:defRPr>
            </a:lvl8pPr>
            <a:lvl9pPr indent="-279400" lvl="8" marL="4114800">
              <a:spcBef>
                <a:spcPts val="0"/>
              </a:spcBef>
              <a:spcAft>
                <a:spcPts val="0"/>
              </a:spcAft>
              <a:buSzPts val="800"/>
              <a:buFont typeface="Lexend ExtraLight"/>
              <a:buChar char="■"/>
              <a:defRPr sz="800">
                <a:latin typeface="Lexend ExtraLight"/>
                <a:ea typeface="Lexend ExtraLight"/>
                <a:cs typeface="Lexend ExtraLight"/>
                <a:sym typeface="Lexend ExtraLight"/>
              </a:defRPr>
            </a:lvl9pPr>
          </a:lstStyle>
          <a:p/>
        </p:txBody>
      </p:sp>
      <p:sp>
        <p:nvSpPr>
          <p:cNvPr id="834" name="Google Shape;834;p98"/>
          <p:cNvSpPr/>
          <p:nvPr>
            <p:ph idx="5" type="pic"/>
          </p:nvPr>
        </p:nvSpPr>
        <p:spPr>
          <a:xfrm>
            <a:off x="1890828" y="2891499"/>
            <a:ext cx="277800" cy="277800"/>
          </a:xfrm>
          <a:prstGeom prst="rect">
            <a:avLst/>
          </a:prstGeom>
          <a:noFill/>
          <a:ln>
            <a:noFill/>
          </a:ln>
        </p:spPr>
      </p:sp>
      <p:sp>
        <p:nvSpPr>
          <p:cNvPr id="835" name="Google Shape;835;p98"/>
          <p:cNvSpPr txBox="1"/>
          <p:nvPr>
            <p:ph idx="6" type="subTitle"/>
          </p:nvPr>
        </p:nvSpPr>
        <p:spPr>
          <a:xfrm>
            <a:off x="5908675"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836" name="Google Shape;836;p98"/>
          <p:cNvSpPr txBox="1"/>
          <p:nvPr>
            <p:ph idx="7" type="body"/>
          </p:nvPr>
        </p:nvSpPr>
        <p:spPr>
          <a:xfrm>
            <a:off x="5901025" y="2091050"/>
            <a:ext cx="27621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837" name="Google Shape;837;p98"/>
          <p:cNvSpPr txBox="1"/>
          <p:nvPr>
            <p:ph idx="8" type="body"/>
          </p:nvPr>
        </p:nvSpPr>
        <p:spPr>
          <a:xfrm>
            <a:off x="5908675" y="3140275"/>
            <a:ext cx="27123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Collaboration">
  <p:cSld name="CUSTOM_13_1">
    <p:spTree>
      <p:nvGrpSpPr>
        <p:cNvPr id="838" name="Shape 838"/>
        <p:cNvGrpSpPr/>
        <p:nvPr/>
      </p:nvGrpSpPr>
      <p:grpSpPr>
        <a:xfrm>
          <a:off x="0" y="0"/>
          <a:ext cx="0" cy="0"/>
          <a:chOff x="0" y="0"/>
          <a:chExt cx="0" cy="0"/>
        </a:xfrm>
      </p:grpSpPr>
      <p:sp>
        <p:nvSpPr>
          <p:cNvPr id="839" name="Google Shape;839;p99"/>
          <p:cNvSpPr/>
          <p:nvPr>
            <p:ph idx="2" type="pic"/>
          </p:nvPr>
        </p:nvSpPr>
        <p:spPr>
          <a:xfrm>
            <a:off x="2876100" y="1977650"/>
            <a:ext cx="1307100" cy="1956600"/>
          </a:xfrm>
          <a:prstGeom prst="rect">
            <a:avLst/>
          </a:prstGeom>
          <a:noFill/>
          <a:ln>
            <a:noFill/>
          </a:ln>
        </p:spPr>
      </p:sp>
      <p:sp>
        <p:nvSpPr>
          <p:cNvPr id="840" name="Google Shape;840;p99"/>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841" name="Google Shape;841;p99"/>
          <p:cNvSpPr txBox="1"/>
          <p:nvPr>
            <p:ph type="title"/>
          </p:nvPr>
        </p:nvSpPr>
        <p:spPr>
          <a:xfrm>
            <a:off x="661575" y="424275"/>
            <a:ext cx="77406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2" name="Google Shape;842;p99"/>
          <p:cNvSpPr/>
          <p:nvPr>
            <p:ph idx="3" type="pic"/>
          </p:nvPr>
        </p:nvSpPr>
        <p:spPr>
          <a:xfrm>
            <a:off x="1890828" y="2891499"/>
            <a:ext cx="277800" cy="277800"/>
          </a:xfrm>
          <a:prstGeom prst="rect">
            <a:avLst/>
          </a:prstGeom>
          <a:noFill/>
          <a:ln>
            <a:noFill/>
          </a:ln>
        </p:spPr>
      </p:sp>
      <p:sp>
        <p:nvSpPr>
          <p:cNvPr id="843" name="Google Shape;843;p99"/>
          <p:cNvSpPr txBox="1"/>
          <p:nvPr>
            <p:ph idx="4" type="subTitle"/>
          </p:nvPr>
        </p:nvSpPr>
        <p:spPr>
          <a:xfrm>
            <a:off x="5908675"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844" name="Google Shape;844;p99"/>
          <p:cNvSpPr txBox="1"/>
          <p:nvPr>
            <p:ph idx="5" type="body"/>
          </p:nvPr>
        </p:nvSpPr>
        <p:spPr>
          <a:xfrm>
            <a:off x="5901025" y="2091050"/>
            <a:ext cx="24588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845" name="Google Shape;845;p99"/>
          <p:cNvSpPr txBox="1"/>
          <p:nvPr>
            <p:ph idx="6" type="body"/>
          </p:nvPr>
        </p:nvSpPr>
        <p:spPr>
          <a:xfrm>
            <a:off x="5908675" y="3140275"/>
            <a:ext cx="24507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HitGub Integration">
  <p:cSld name="CUSTOM_13_1_1">
    <p:spTree>
      <p:nvGrpSpPr>
        <p:cNvPr id="846" name="Shape 846"/>
        <p:cNvGrpSpPr/>
        <p:nvPr/>
      </p:nvGrpSpPr>
      <p:grpSpPr>
        <a:xfrm>
          <a:off x="0" y="0"/>
          <a:ext cx="0" cy="0"/>
          <a:chOff x="0" y="0"/>
          <a:chExt cx="0" cy="0"/>
        </a:xfrm>
      </p:grpSpPr>
      <p:sp>
        <p:nvSpPr>
          <p:cNvPr id="847" name="Google Shape;847;p100"/>
          <p:cNvSpPr/>
          <p:nvPr>
            <p:ph idx="2" type="pic"/>
          </p:nvPr>
        </p:nvSpPr>
        <p:spPr>
          <a:xfrm>
            <a:off x="4960075" y="1977650"/>
            <a:ext cx="1307100" cy="1956600"/>
          </a:xfrm>
          <a:prstGeom prst="rect">
            <a:avLst/>
          </a:prstGeom>
          <a:noFill/>
          <a:ln>
            <a:noFill/>
          </a:ln>
        </p:spPr>
      </p:sp>
      <p:sp>
        <p:nvSpPr>
          <p:cNvPr id="848" name="Google Shape;848;p100"/>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849" name="Google Shape;849;p100"/>
          <p:cNvSpPr/>
          <p:nvPr>
            <p:ph idx="3" type="pic"/>
          </p:nvPr>
        </p:nvSpPr>
        <p:spPr>
          <a:xfrm>
            <a:off x="6068328" y="2891499"/>
            <a:ext cx="277800" cy="277800"/>
          </a:xfrm>
          <a:prstGeom prst="rect">
            <a:avLst/>
          </a:prstGeom>
          <a:noFill/>
          <a:ln>
            <a:noFill/>
          </a:ln>
        </p:spPr>
      </p:sp>
      <p:sp>
        <p:nvSpPr>
          <p:cNvPr id="850" name="Google Shape;850;p100"/>
          <p:cNvSpPr txBox="1"/>
          <p:nvPr>
            <p:ph idx="4" type="subTitle"/>
          </p:nvPr>
        </p:nvSpPr>
        <p:spPr>
          <a:xfrm>
            <a:off x="684150"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851" name="Google Shape;851;p100"/>
          <p:cNvSpPr txBox="1"/>
          <p:nvPr>
            <p:ph idx="5" type="body"/>
          </p:nvPr>
        </p:nvSpPr>
        <p:spPr>
          <a:xfrm>
            <a:off x="676500" y="2091050"/>
            <a:ext cx="27426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852" name="Google Shape;852;p100"/>
          <p:cNvSpPr txBox="1"/>
          <p:nvPr>
            <p:ph idx="6" type="body"/>
          </p:nvPr>
        </p:nvSpPr>
        <p:spPr>
          <a:xfrm>
            <a:off x="684150" y="3140275"/>
            <a:ext cx="24507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853" name="Google Shape;853;p100"/>
          <p:cNvSpPr txBox="1"/>
          <p:nvPr>
            <p:ph type="title"/>
          </p:nvPr>
        </p:nvSpPr>
        <p:spPr>
          <a:xfrm>
            <a:off x="661575" y="424275"/>
            <a:ext cx="77406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Event Tracking">
  <p:cSld name="CUSTOM_13_1_1_1">
    <p:spTree>
      <p:nvGrpSpPr>
        <p:cNvPr id="854" name="Shape 854"/>
        <p:cNvGrpSpPr/>
        <p:nvPr/>
      </p:nvGrpSpPr>
      <p:grpSpPr>
        <a:xfrm>
          <a:off x="0" y="0"/>
          <a:ext cx="0" cy="0"/>
          <a:chOff x="0" y="0"/>
          <a:chExt cx="0" cy="0"/>
        </a:xfrm>
      </p:grpSpPr>
      <p:sp>
        <p:nvSpPr>
          <p:cNvPr id="855" name="Google Shape;855;p101"/>
          <p:cNvSpPr/>
          <p:nvPr>
            <p:ph idx="2" type="pic"/>
          </p:nvPr>
        </p:nvSpPr>
        <p:spPr>
          <a:xfrm>
            <a:off x="7053750" y="1977650"/>
            <a:ext cx="1307100" cy="1956600"/>
          </a:xfrm>
          <a:prstGeom prst="rect">
            <a:avLst/>
          </a:prstGeom>
          <a:noFill/>
          <a:ln>
            <a:noFill/>
          </a:ln>
        </p:spPr>
      </p:sp>
      <p:sp>
        <p:nvSpPr>
          <p:cNvPr id="856" name="Google Shape;856;p101"/>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857" name="Google Shape;857;p101"/>
          <p:cNvSpPr txBox="1"/>
          <p:nvPr>
            <p:ph type="title"/>
          </p:nvPr>
        </p:nvSpPr>
        <p:spPr>
          <a:xfrm>
            <a:off x="661576" y="424275"/>
            <a:ext cx="78558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8" name="Google Shape;858;p101"/>
          <p:cNvSpPr/>
          <p:nvPr>
            <p:ph idx="3" type="pic"/>
          </p:nvPr>
        </p:nvSpPr>
        <p:spPr>
          <a:xfrm>
            <a:off x="6068328" y="2891499"/>
            <a:ext cx="277800" cy="277800"/>
          </a:xfrm>
          <a:prstGeom prst="rect">
            <a:avLst/>
          </a:prstGeom>
          <a:noFill/>
          <a:ln>
            <a:noFill/>
          </a:ln>
        </p:spPr>
      </p:sp>
      <p:sp>
        <p:nvSpPr>
          <p:cNvPr id="859" name="Google Shape;859;p101"/>
          <p:cNvSpPr txBox="1"/>
          <p:nvPr>
            <p:ph idx="4" type="subTitle"/>
          </p:nvPr>
        </p:nvSpPr>
        <p:spPr>
          <a:xfrm>
            <a:off x="684150"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860" name="Google Shape;860;p101"/>
          <p:cNvSpPr txBox="1"/>
          <p:nvPr>
            <p:ph idx="5" type="body"/>
          </p:nvPr>
        </p:nvSpPr>
        <p:spPr>
          <a:xfrm>
            <a:off x="676500" y="2091050"/>
            <a:ext cx="26775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861" name="Google Shape;861;p101"/>
          <p:cNvSpPr txBox="1"/>
          <p:nvPr>
            <p:ph idx="6" type="body"/>
          </p:nvPr>
        </p:nvSpPr>
        <p:spPr>
          <a:xfrm>
            <a:off x="684150" y="3140275"/>
            <a:ext cx="24507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 Risks">
  <p:cSld name="CUSTOM_14">
    <p:spTree>
      <p:nvGrpSpPr>
        <p:cNvPr id="862" name="Shape 862"/>
        <p:cNvGrpSpPr/>
        <p:nvPr/>
      </p:nvGrpSpPr>
      <p:grpSpPr>
        <a:xfrm>
          <a:off x="0" y="0"/>
          <a:ext cx="0" cy="0"/>
          <a:chOff x="0" y="0"/>
          <a:chExt cx="0" cy="0"/>
        </a:xfrm>
      </p:grpSpPr>
      <p:sp>
        <p:nvSpPr>
          <p:cNvPr id="863" name="Google Shape;863;p102"/>
          <p:cNvSpPr/>
          <p:nvPr>
            <p:ph idx="2" type="pic"/>
          </p:nvPr>
        </p:nvSpPr>
        <p:spPr>
          <a:xfrm>
            <a:off x="5215175" y="0"/>
            <a:ext cx="3928800" cy="5143500"/>
          </a:xfrm>
          <a:prstGeom prst="rect">
            <a:avLst/>
          </a:prstGeom>
          <a:noFill/>
          <a:ln>
            <a:noFill/>
          </a:ln>
        </p:spPr>
      </p:sp>
      <p:sp>
        <p:nvSpPr>
          <p:cNvPr id="864" name="Google Shape;864;p102"/>
          <p:cNvSpPr txBox="1"/>
          <p:nvPr>
            <p:ph idx="1" type="body"/>
          </p:nvPr>
        </p:nvSpPr>
        <p:spPr>
          <a:xfrm>
            <a:off x="687900" y="292725"/>
            <a:ext cx="37554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865" name="Google Shape;865;p102"/>
          <p:cNvSpPr txBox="1"/>
          <p:nvPr>
            <p:ph idx="3" type="subTitle"/>
          </p:nvPr>
        </p:nvSpPr>
        <p:spPr>
          <a:xfrm>
            <a:off x="689235" y="531804"/>
            <a:ext cx="37542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66" name="Google Shape;866;p102"/>
          <p:cNvSpPr txBox="1"/>
          <p:nvPr>
            <p:ph idx="4" type="body"/>
          </p:nvPr>
        </p:nvSpPr>
        <p:spPr>
          <a:xfrm>
            <a:off x="688425" y="941550"/>
            <a:ext cx="3755400" cy="16920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867" name="Google Shape;867;p102"/>
          <p:cNvSpPr txBox="1"/>
          <p:nvPr>
            <p:ph idx="5" type="body"/>
          </p:nvPr>
        </p:nvSpPr>
        <p:spPr>
          <a:xfrm>
            <a:off x="1129400" y="2768850"/>
            <a:ext cx="3314400" cy="1692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6">
    <p:bg>
      <p:bgPr>
        <a:solidFill>
          <a:schemeClr val="accent3"/>
        </a:solidFill>
      </p:bgPr>
    </p:bg>
    <p:spTree>
      <p:nvGrpSpPr>
        <p:cNvPr id="868" name="Shape 868"/>
        <p:cNvGrpSpPr/>
        <p:nvPr/>
      </p:nvGrpSpPr>
      <p:grpSpPr>
        <a:xfrm>
          <a:off x="0" y="0"/>
          <a:ext cx="0" cy="0"/>
          <a:chOff x="0" y="0"/>
          <a:chExt cx="0" cy="0"/>
        </a:xfrm>
      </p:grpSpPr>
      <p:sp>
        <p:nvSpPr>
          <p:cNvPr id="869" name="Google Shape;869;p103"/>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870" name="Google Shape;870;p103"/>
          <p:cNvSpPr txBox="1"/>
          <p:nvPr>
            <p:ph type="title"/>
          </p:nvPr>
        </p:nvSpPr>
        <p:spPr>
          <a:xfrm>
            <a:off x="646035" y="424278"/>
            <a:ext cx="51513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1" name="Google Shape;871;p103"/>
          <p:cNvSpPr txBox="1"/>
          <p:nvPr>
            <p:ph idx="2" type="body"/>
          </p:nvPr>
        </p:nvSpPr>
        <p:spPr>
          <a:xfrm>
            <a:off x="688425" y="1433475"/>
            <a:ext cx="2867400" cy="1677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872" name="Google Shape;872;p103"/>
          <p:cNvSpPr txBox="1"/>
          <p:nvPr>
            <p:ph idx="3" type="body"/>
          </p:nvPr>
        </p:nvSpPr>
        <p:spPr>
          <a:xfrm>
            <a:off x="4724950" y="3620575"/>
            <a:ext cx="38850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873" name="Google Shape;873;p103"/>
          <p:cNvSpPr txBox="1"/>
          <p:nvPr>
            <p:ph idx="4" type="body"/>
          </p:nvPr>
        </p:nvSpPr>
        <p:spPr>
          <a:xfrm>
            <a:off x="4724950" y="2596937"/>
            <a:ext cx="38850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874" name="Google Shape;874;p103"/>
          <p:cNvSpPr txBox="1"/>
          <p:nvPr>
            <p:ph idx="5" type="body"/>
          </p:nvPr>
        </p:nvSpPr>
        <p:spPr>
          <a:xfrm>
            <a:off x="4724950" y="1567600"/>
            <a:ext cx="38850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CUSTOM_17">
    <p:bg>
      <p:bgPr>
        <a:solidFill>
          <a:schemeClr val="accent3"/>
        </a:solidFill>
      </p:bgPr>
    </p:bg>
    <p:spTree>
      <p:nvGrpSpPr>
        <p:cNvPr id="875" name="Shape 875"/>
        <p:cNvGrpSpPr/>
        <p:nvPr/>
      </p:nvGrpSpPr>
      <p:grpSpPr>
        <a:xfrm>
          <a:off x="0" y="0"/>
          <a:ext cx="0" cy="0"/>
          <a:chOff x="0" y="0"/>
          <a:chExt cx="0" cy="0"/>
        </a:xfrm>
      </p:grpSpPr>
      <p:sp>
        <p:nvSpPr>
          <p:cNvPr id="876" name="Google Shape;876;p104"/>
          <p:cNvSpPr txBox="1"/>
          <p:nvPr>
            <p:ph type="title"/>
          </p:nvPr>
        </p:nvSpPr>
        <p:spPr>
          <a:xfrm>
            <a:off x="667650" y="230375"/>
            <a:ext cx="7692300" cy="2566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8000"/>
              <a:buNone/>
              <a:defRPr sz="8000">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77" name="Google Shape;877;p104"/>
          <p:cNvSpPr txBox="1"/>
          <p:nvPr>
            <p:ph idx="2" type="title"/>
          </p:nvPr>
        </p:nvSpPr>
        <p:spPr>
          <a:xfrm>
            <a:off x="667650" y="3872300"/>
            <a:ext cx="7692300" cy="979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8">
    <p:bg>
      <p:bgPr>
        <a:solidFill>
          <a:schemeClr val="accent3"/>
        </a:solidFill>
      </p:bgPr>
    </p:bg>
    <p:spTree>
      <p:nvGrpSpPr>
        <p:cNvPr id="878" name="Shape 878"/>
        <p:cNvGrpSpPr/>
        <p:nvPr/>
      </p:nvGrpSpPr>
      <p:grpSpPr>
        <a:xfrm>
          <a:off x="0" y="0"/>
          <a:ext cx="0" cy="0"/>
          <a:chOff x="0" y="0"/>
          <a:chExt cx="0" cy="0"/>
        </a:xfrm>
      </p:grpSpPr>
      <p:sp>
        <p:nvSpPr>
          <p:cNvPr id="879" name="Google Shape;879;p105"/>
          <p:cNvSpPr/>
          <p:nvPr>
            <p:ph idx="2" type="pic"/>
          </p:nvPr>
        </p:nvSpPr>
        <p:spPr>
          <a:xfrm>
            <a:off x="4700175" y="0"/>
            <a:ext cx="4443900" cy="2991000"/>
          </a:xfrm>
          <a:prstGeom prst="rect">
            <a:avLst/>
          </a:prstGeom>
          <a:noFill/>
          <a:ln>
            <a:noFill/>
          </a:ln>
        </p:spPr>
      </p:sp>
      <p:sp>
        <p:nvSpPr>
          <p:cNvPr id="880" name="Google Shape;880;p105"/>
          <p:cNvSpPr txBox="1"/>
          <p:nvPr>
            <p:ph type="title"/>
          </p:nvPr>
        </p:nvSpPr>
        <p:spPr>
          <a:xfrm>
            <a:off x="407350" y="3366041"/>
            <a:ext cx="8270100" cy="1472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8000"/>
              <a:buNone/>
              <a:defRPr sz="8000">
                <a:solidFill>
                  <a:schemeClr val="dk1"/>
                </a:solidFill>
              </a:defRPr>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cxnSp>
        <p:nvCxnSpPr>
          <p:cNvPr id="881" name="Google Shape;881;p105"/>
          <p:cNvCxnSpPr/>
          <p:nvPr/>
        </p:nvCxnSpPr>
        <p:spPr>
          <a:xfrm>
            <a:off x="-3150" y="677850"/>
            <a:ext cx="5232300" cy="0"/>
          </a:xfrm>
          <a:prstGeom prst="straightConnector1">
            <a:avLst/>
          </a:prstGeom>
          <a:noFill/>
          <a:ln cap="flat" cmpd="sng" w="28575">
            <a:solidFill>
              <a:schemeClr val="accent1"/>
            </a:solidFill>
            <a:prstDash val="dot"/>
            <a:round/>
            <a:headEnd len="med" w="med" type="none"/>
            <a:tailEnd len="med" w="med" type="none"/>
          </a:ln>
        </p:spPr>
      </p:cxn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9">
    <p:bg>
      <p:bgPr>
        <a:solidFill>
          <a:schemeClr val="accent3"/>
        </a:solidFill>
      </p:bgPr>
    </p:bg>
    <p:spTree>
      <p:nvGrpSpPr>
        <p:cNvPr id="882" name="Shape 882"/>
        <p:cNvGrpSpPr/>
        <p:nvPr/>
      </p:nvGrpSpPr>
      <p:grpSpPr>
        <a:xfrm>
          <a:off x="0" y="0"/>
          <a:ext cx="0" cy="0"/>
          <a:chOff x="0" y="0"/>
          <a:chExt cx="0" cy="0"/>
        </a:xfrm>
      </p:grpSpPr>
      <p:sp>
        <p:nvSpPr>
          <p:cNvPr id="883" name="Google Shape;883;p106"/>
          <p:cNvSpPr/>
          <p:nvPr>
            <p:ph idx="2" type="pic"/>
          </p:nvPr>
        </p:nvSpPr>
        <p:spPr>
          <a:xfrm>
            <a:off x="871075" y="517125"/>
            <a:ext cx="1905900" cy="4070700"/>
          </a:xfrm>
          <a:prstGeom prst="roundRect">
            <a:avLst>
              <a:gd fmla="val 11144" name="adj"/>
            </a:avLst>
          </a:prstGeom>
          <a:noFill/>
          <a:ln>
            <a:noFill/>
          </a:ln>
        </p:spPr>
      </p:sp>
      <p:sp>
        <p:nvSpPr>
          <p:cNvPr id="884" name="Google Shape;884;p106"/>
          <p:cNvSpPr/>
          <p:nvPr>
            <p:ph idx="3" type="pic"/>
          </p:nvPr>
        </p:nvSpPr>
        <p:spPr>
          <a:xfrm>
            <a:off x="3628675" y="517125"/>
            <a:ext cx="1905900" cy="4070700"/>
          </a:xfrm>
          <a:prstGeom prst="roundRect">
            <a:avLst>
              <a:gd fmla="val 11144" name="adj"/>
            </a:avLst>
          </a:prstGeom>
          <a:noFill/>
          <a:ln>
            <a:noFill/>
          </a:ln>
        </p:spPr>
      </p:sp>
      <p:sp>
        <p:nvSpPr>
          <p:cNvPr id="885" name="Google Shape;885;p106"/>
          <p:cNvSpPr/>
          <p:nvPr>
            <p:ph idx="4" type="pic"/>
          </p:nvPr>
        </p:nvSpPr>
        <p:spPr>
          <a:xfrm>
            <a:off x="6386275" y="517125"/>
            <a:ext cx="1905900" cy="4070700"/>
          </a:xfrm>
          <a:prstGeom prst="roundRect">
            <a:avLst>
              <a:gd fmla="val 11144" name="adj"/>
            </a:avLst>
          </a:prstGeom>
          <a:noFill/>
          <a:ln>
            <a:noFill/>
          </a:ln>
        </p:spPr>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2">
  <p:cSld name="CUSTOM_19_2">
    <p:bg>
      <p:bgPr>
        <a:solidFill>
          <a:schemeClr val="lt2"/>
        </a:solidFill>
      </p:bgPr>
    </p:bg>
    <p:spTree>
      <p:nvGrpSpPr>
        <p:cNvPr id="886" name="Shape 886"/>
        <p:cNvGrpSpPr/>
        <p:nvPr/>
      </p:nvGrpSpPr>
      <p:grpSpPr>
        <a:xfrm>
          <a:off x="0" y="0"/>
          <a:ext cx="0" cy="0"/>
          <a:chOff x="0" y="0"/>
          <a:chExt cx="0" cy="0"/>
        </a:xfrm>
      </p:grpSpPr>
      <p:sp>
        <p:nvSpPr>
          <p:cNvPr id="887" name="Google Shape;887;p107"/>
          <p:cNvSpPr/>
          <p:nvPr>
            <p:ph idx="2" type="pic"/>
          </p:nvPr>
        </p:nvSpPr>
        <p:spPr>
          <a:xfrm>
            <a:off x="871075" y="517125"/>
            <a:ext cx="1905900" cy="4070700"/>
          </a:xfrm>
          <a:prstGeom prst="roundRect">
            <a:avLst>
              <a:gd fmla="val 11144" name="adj"/>
            </a:avLst>
          </a:prstGeom>
          <a:noFill/>
          <a:ln>
            <a:noFill/>
          </a:ln>
        </p:spPr>
      </p:sp>
      <p:sp>
        <p:nvSpPr>
          <p:cNvPr id="888" name="Google Shape;888;p107"/>
          <p:cNvSpPr/>
          <p:nvPr>
            <p:ph idx="3" type="pic"/>
          </p:nvPr>
        </p:nvSpPr>
        <p:spPr>
          <a:xfrm>
            <a:off x="3628675" y="517125"/>
            <a:ext cx="1905900" cy="4070700"/>
          </a:xfrm>
          <a:prstGeom prst="roundRect">
            <a:avLst>
              <a:gd fmla="val 11144" name="adj"/>
            </a:avLst>
          </a:prstGeom>
          <a:noFill/>
          <a:ln>
            <a:noFill/>
          </a:ln>
        </p:spPr>
      </p:sp>
      <p:sp>
        <p:nvSpPr>
          <p:cNvPr id="889" name="Google Shape;889;p107"/>
          <p:cNvSpPr/>
          <p:nvPr>
            <p:ph idx="4" type="pic"/>
          </p:nvPr>
        </p:nvSpPr>
        <p:spPr>
          <a:xfrm>
            <a:off x="6386275" y="517125"/>
            <a:ext cx="1905900" cy="4070700"/>
          </a:xfrm>
          <a:prstGeom prst="roundRect">
            <a:avLst>
              <a:gd fmla="val 11144" name="adj"/>
            </a:avLst>
          </a:prstGeom>
          <a:noFill/>
          <a:ln>
            <a:noFill/>
          </a:ln>
        </p:spPr>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9_1">
    <p:bg>
      <p:bgPr>
        <a:solidFill>
          <a:schemeClr val="accent4"/>
        </a:solidFill>
      </p:bgPr>
    </p:bg>
    <p:spTree>
      <p:nvGrpSpPr>
        <p:cNvPr id="890" name="Shape 890"/>
        <p:cNvGrpSpPr/>
        <p:nvPr/>
      </p:nvGrpSpPr>
      <p:grpSpPr>
        <a:xfrm>
          <a:off x="0" y="0"/>
          <a:ext cx="0" cy="0"/>
          <a:chOff x="0" y="0"/>
          <a:chExt cx="0" cy="0"/>
        </a:xfrm>
      </p:grpSpPr>
      <p:sp>
        <p:nvSpPr>
          <p:cNvPr id="891" name="Google Shape;891;p108"/>
          <p:cNvSpPr/>
          <p:nvPr/>
        </p:nvSpPr>
        <p:spPr>
          <a:xfrm rot="-5400000">
            <a:off x="3536425" y="-458475"/>
            <a:ext cx="5185800" cy="6064800"/>
          </a:xfrm>
          <a:prstGeom prst="round2SameRect">
            <a:avLst>
              <a:gd fmla="val 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08"/>
          <p:cNvSpPr/>
          <p:nvPr/>
        </p:nvSpPr>
        <p:spPr>
          <a:xfrm rot="-5400000">
            <a:off x="-1042850" y="1013775"/>
            <a:ext cx="5178300" cy="3112800"/>
          </a:xfrm>
          <a:prstGeom prst="round2SameRect">
            <a:avLst>
              <a:gd fmla="val 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08"/>
          <p:cNvSpPr/>
          <p:nvPr>
            <p:ph idx="2" type="pic"/>
          </p:nvPr>
        </p:nvSpPr>
        <p:spPr>
          <a:xfrm>
            <a:off x="777750" y="938695"/>
            <a:ext cx="1598400" cy="3413100"/>
          </a:xfrm>
          <a:prstGeom prst="roundRect">
            <a:avLst>
              <a:gd fmla="val 11038" name="adj"/>
            </a:avLst>
          </a:prstGeom>
          <a:noFill/>
          <a:ln>
            <a:noFill/>
          </a:ln>
        </p:spPr>
      </p:sp>
      <p:sp>
        <p:nvSpPr>
          <p:cNvPr id="894" name="Google Shape;894;p108"/>
          <p:cNvSpPr/>
          <p:nvPr>
            <p:ph idx="3" type="pic"/>
          </p:nvPr>
        </p:nvSpPr>
        <p:spPr>
          <a:xfrm>
            <a:off x="4115400" y="921995"/>
            <a:ext cx="4127700" cy="2333400"/>
          </a:xfrm>
          <a:prstGeom prst="rect">
            <a:avLst/>
          </a:prstGeom>
          <a:noFill/>
          <a:ln>
            <a:noFill/>
          </a:ln>
        </p:spPr>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0">
    <p:bg>
      <p:bgPr>
        <a:solidFill>
          <a:schemeClr val="lt2"/>
        </a:solidFill>
      </p:bgPr>
    </p:bg>
    <p:spTree>
      <p:nvGrpSpPr>
        <p:cNvPr id="895" name="Shape 895"/>
        <p:cNvGrpSpPr/>
        <p:nvPr/>
      </p:nvGrpSpPr>
      <p:grpSpPr>
        <a:xfrm>
          <a:off x="0" y="0"/>
          <a:ext cx="0" cy="0"/>
          <a:chOff x="0" y="0"/>
          <a:chExt cx="0" cy="0"/>
        </a:xfrm>
      </p:grpSpPr>
      <p:sp>
        <p:nvSpPr>
          <p:cNvPr id="896" name="Google Shape;896;p109"/>
          <p:cNvSpPr/>
          <p:nvPr>
            <p:ph idx="2" type="pic"/>
          </p:nvPr>
        </p:nvSpPr>
        <p:spPr>
          <a:xfrm>
            <a:off x="936975" y="869000"/>
            <a:ext cx="1607400" cy="3413100"/>
          </a:xfrm>
          <a:prstGeom prst="roundRect">
            <a:avLst>
              <a:gd fmla="val 11038" name="adj"/>
            </a:avLst>
          </a:prstGeom>
          <a:noFill/>
          <a:ln>
            <a:noFill/>
          </a:ln>
        </p:spPr>
      </p:sp>
      <p:sp>
        <p:nvSpPr>
          <p:cNvPr id="897" name="Google Shape;897;p109"/>
          <p:cNvSpPr/>
          <p:nvPr>
            <p:ph idx="3" type="pic"/>
          </p:nvPr>
        </p:nvSpPr>
        <p:spPr>
          <a:xfrm>
            <a:off x="3514600" y="869000"/>
            <a:ext cx="4798800" cy="3413100"/>
          </a:xfrm>
          <a:prstGeom prst="roundRect">
            <a:avLst>
              <a:gd fmla="val 4639" name="adj"/>
            </a:avLst>
          </a:prstGeom>
          <a:noFill/>
          <a:ln>
            <a:noFill/>
          </a:ln>
        </p:spPr>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1">
    <p:bg>
      <p:bgPr>
        <a:solidFill>
          <a:schemeClr val="lt1"/>
        </a:solidFill>
      </p:bgPr>
    </p:bg>
    <p:spTree>
      <p:nvGrpSpPr>
        <p:cNvPr id="898" name="Shape 898"/>
        <p:cNvGrpSpPr/>
        <p:nvPr/>
      </p:nvGrpSpPr>
      <p:grpSpPr>
        <a:xfrm>
          <a:off x="0" y="0"/>
          <a:ext cx="0" cy="0"/>
          <a:chOff x="0" y="0"/>
          <a:chExt cx="0" cy="0"/>
        </a:xfrm>
      </p:grpSpPr>
      <p:sp>
        <p:nvSpPr>
          <p:cNvPr id="899" name="Google Shape;899;p110"/>
          <p:cNvSpPr/>
          <p:nvPr>
            <p:ph idx="2" type="pic"/>
          </p:nvPr>
        </p:nvSpPr>
        <p:spPr>
          <a:xfrm>
            <a:off x="2068775" y="933200"/>
            <a:ext cx="4994100" cy="3125700"/>
          </a:xfrm>
          <a:prstGeom prst="rect">
            <a:avLst/>
          </a:prstGeom>
          <a:noFill/>
          <a:ln>
            <a:noFill/>
          </a:ln>
        </p:spPr>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hone mockup">
  <p:cSld name="CUSTOM_22_1">
    <p:bg>
      <p:bgPr>
        <a:solidFill>
          <a:schemeClr val="accent3"/>
        </a:solidFill>
      </p:bgPr>
    </p:bg>
    <p:spTree>
      <p:nvGrpSpPr>
        <p:cNvPr id="900" name="Shape 900"/>
        <p:cNvGrpSpPr/>
        <p:nvPr/>
      </p:nvGrpSpPr>
      <p:grpSpPr>
        <a:xfrm>
          <a:off x="0" y="0"/>
          <a:ext cx="0" cy="0"/>
          <a:chOff x="0" y="0"/>
          <a:chExt cx="0" cy="0"/>
        </a:xfrm>
      </p:grpSpPr>
      <p:sp>
        <p:nvSpPr>
          <p:cNvPr id="901" name="Google Shape;901;p111"/>
          <p:cNvSpPr/>
          <p:nvPr>
            <p:ph idx="2" type="pic"/>
          </p:nvPr>
        </p:nvSpPr>
        <p:spPr>
          <a:xfrm>
            <a:off x="6682707" y="517125"/>
            <a:ext cx="1905900" cy="4070700"/>
          </a:xfrm>
          <a:prstGeom prst="roundRect">
            <a:avLst>
              <a:gd fmla="val 11144" name="adj"/>
            </a:avLst>
          </a:prstGeom>
          <a:noFill/>
          <a:ln>
            <a:noFill/>
          </a:ln>
        </p:spPr>
      </p:sp>
      <p:sp>
        <p:nvSpPr>
          <p:cNvPr id="902" name="Google Shape;902;p111"/>
          <p:cNvSpPr/>
          <p:nvPr>
            <p:ph idx="3" type="pic"/>
          </p:nvPr>
        </p:nvSpPr>
        <p:spPr>
          <a:xfrm>
            <a:off x="4143672" y="517125"/>
            <a:ext cx="1905900" cy="4070700"/>
          </a:xfrm>
          <a:prstGeom prst="roundRect">
            <a:avLst>
              <a:gd fmla="val 11144" name="adj"/>
            </a:avLst>
          </a:prstGeom>
          <a:noFill/>
          <a:ln>
            <a:noFill/>
          </a:ln>
        </p:spPr>
      </p:sp>
      <p:sp>
        <p:nvSpPr>
          <p:cNvPr id="903" name="Google Shape;903;p111"/>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904" name="Google Shape;904;p111"/>
          <p:cNvSpPr txBox="1"/>
          <p:nvPr>
            <p:ph idx="4" type="body"/>
          </p:nvPr>
        </p:nvSpPr>
        <p:spPr>
          <a:xfrm>
            <a:off x="689250" y="3870075"/>
            <a:ext cx="1968000" cy="8121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1pPr>
            <a:lvl2pPr indent="-279400" lvl="1" marL="9144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2pPr>
            <a:lvl3pPr indent="-279400" lvl="2" marL="13716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3pPr>
            <a:lvl4pPr indent="-279400" lvl="3" marL="18288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4pPr>
            <a:lvl5pPr indent="-279400" lvl="4" marL="22860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5pPr>
            <a:lvl6pPr indent="-279400" lvl="5" marL="27432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6pPr>
            <a:lvl7pPr indent="-279400" lvl="6" marL="32004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7pPr>
            <a:lvl8pPr indent="-279400" lvl="7" marL="36576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8pPr>
            <a:lvl9pPr indent="-279400" lvl="8" marL="41148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9pPr>
          </a:lstStyle>
          <a:p/>
        </p:txBody>
      </p:sp>
      <p:sp>
        <p:nvSpPr>
          <p:cNvPr id="905" name="Google Shape;905;p111"/>
          <p:cNvSpPr txBox="1"/>
          <p:nvPr>
            <p:ph idx="5" type="subTitle"/>
          </p:nvPr>
        </p:nvSpPr>
        <p:spPr>
          <a:xfrm>
            <a:off x="689050" y="531800"/>
            <a:ext cx="16071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defRPr>
            </a:lvl1pPr>
            <a:lvl2pPr lvl="1">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2pPr>
            <a:lvl3pPr lvl="2">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3pPr>
            <a:lvl4pPr lvl="3">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4pPr>
            <a:lvl5pPr lvl="4">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5pPr>
            <a:lvl6pPr lvl="5">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6pPr>
            <a:lvl7pPr lvl="6">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7pPr>
            <a:lvl8pPr lvl="7">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8pPr>
            <a:lvl9pPr lvl="8">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Devices mockup">
  <p:cSld name="CUSTOM_24_1">
    <p:bg>
      <p:bgPr>
        <a:solidFill>
          <a:schemeClr val="lt1"/>
        </a:solidFill>
      </p:bgPr>
    </p:bg>
    <p:spTree>
      <p:nvGrpSpPr>
        <p:cNvPr id="906" name="Shape 906"/>
        <p:cNvGrpSpPr/>
        <p:nvPr/>
      </p:nvGrpSpPr>
      <p:grpSpPr>
        <a:xfrm>
          <a:off x="0" y="0"/>
          <a:ext cx="0" cy="0"/>
          <a:chOff x="0" y="0"/>
          <a:chExt cx="0" cy="0"/>
        </a:xfrm>
      </p:grpSpPr>
      <p:sp>
        <p:nvSpPr>
          <p:cNvPr id="907" name="Google Shape;907;p112"/>
          <p:cNvSpPr txBox="1"/>
          <p:nvPr>
            <p:ph idx="1" type="body"/>
          </p:nvPr>
        </p:nvSpPr>
        <p:spPr>
          <a:xfrm>
            <a:off x="687900" y="292725"/>
            <a:ext cx="14715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1pPr>
            <a:lvl2pPr indent="-266700" lvl="1" marL="914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2pPr>
            <a:lvl3pPr indent="-266700" lvl="2" marL="1371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3pPr>
            <a:lvl4pPr indent="-266700" lvl="3" marL="1828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4pPr>
            <a:lvl5pPr indent="-266700" lvl="4" marL="22860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5pPr>
            <a:lvl6pPr indent="-266700" lvl="5" marL="2743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6pPr>
            <a:lvl7pPr indent="-266700" lvl="6" marL="3200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7pPr>
            <a:lvl8pPr indent="-266700" lvl="7" marL="3657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8pPr>
            <a:lvl9pPr indent="-266700" lvl="8" marL="4114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9pPr>
          </a:lstStyle>
          <a:p/>
        </p:txBody>
      </p:sp>
      <p:sp>
        <p:nvSpPr>
          <p:cNvPr id="908" name="Google Shape;908;p112"/>
          <p:cNvSpPr txBox="1"/>
          <p:nvPr>
            <p:ph idx="2" type="body"/>
          </p:nvPr>
        </p:nvSpPr>
        <p:spPr>
          <a:xfrm>
            <a:off x="5484300" y="292725"/>
            <a:ext cx="2997000" cy="8121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1pPr>
            <a:lvl2pPr indent="-279400" lvl="1" marL="9144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2pPr>
            <a:lvl3pPr indent="-279400" lvl="2" marL="13716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3pPr>
            <a:lvl4pPr indent="-279400" lvl="3" marL="18288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4pPr>
            <a:lvl5pPr indent="-279400" lvl="4" marL="22860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5pPr>
            <a:lvl6pPr indent="-279400" lvl="5" marL="27432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6pPr>
            <a:lvl7pPr indent="-279400" lvl="6" marL="32004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7pPr>
            <a:lvl8pPr indent="-279400" lvl="7" marL="36576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8pPr>
            <a:lvl9pPr indent="-279400" lvl="8" marL="41148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13" name="Shape 913"/>
        <p:cNvGrpSpPr/>
        <p:nvPr/>
      </p:nvGrpSpPr>
      <p:grpSpPr>
        <a:xfrm>
          <a:off x="0" y="0"/>
          <a:ext cx="0" cy="0"/>
          <a:chOff x="0" y="0"/>
          <a:chExt cx="0" cy="0"/>
        </a:xfrm>
      </p:grpSpPr>
      <p:grpSp>
        <p:nvGrpSpPr>
          <p:cNvPr id="914" name="Google Shape;914;p114"/>
          <p:cNvGrpSpPr/>
          <p:nvPr/>
        </p:nvGrpSpPr>
        <p:grpSpPr>
          <a:xfrm rot="299808">
            <a:off x="124383" y="-559521"/>
            <a:ext cx="8900029" cy="6258229"/>
            <a:chOff x="124223" y="-559280"/>
            <a:chExt cx="8900025" cy="6258226"/>
          </a:xfrm>
        </p:grpSpPr>
        <p:grpSp>
          <p:nvGrpSpPr>
            <p:cNvPr id="915" name="Google Shape;915;p114"/>
            <p:cNvGrpSpPr/>
            <p:nvPr/>
          </p:nvGrpSpPr>
          <p:grpSpPr>
            <a:xfrm>
              <a:off x="124223" y="-78561"/>
              <a:ext cx="8900025" cy="5296800"/>
              <a:chOff x="124223" y="-78561"/>
              <a:chExt cx="8900025" cy="5296800"/>
            </a:xfrm>
          </p:grpSpPr>
          <p:sp>
            <p:nvSpPr>
              <p:cNvPr id="916" name="Google Shape;916;p114"/>
              <p:cNvSpPr/>
              <p:nvPr/>
            </p:nvSpPr>
            <p:spPr>
              <a:xfrm rot="-1623">
                <a:off x="7117071" y="2014308"/>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917" name="Google Shape;917;p114"/>
              <p:cNvSpPr/>
              <p:nvPr/>
            </p:nvSpPr>
            <p:spPr>
              <a:xfrm flipH="1" rot="-1487">
                <a:off x="124823" y="-77211"/>
                <a:ext cx="6242101" cy="5294100"/>
              </a:xfrm>
              <a:prstGeom prst="snip1Rect">
                <a:avLst>
                  <a:gd fmla="val 4248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918" name="Google Shape;918;p114"/>
              <p:cNvSpPr/>
              <p:nvPr/>
            </p:nvSpPr>
            <p:spPr>
              <a:xfrm flipH="1" rot="10798513">
                <a:off x="2781248" y="-76291"/>
                <a:ext cx="6242401" cy="5289900"/>
              </a:xfrm>
              <a:prstGeom prst="snip1Rect">
                <a:avLst>
                  <a:gd fmla="val 4249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919" name="Google Shape;919;p114"/>
              <p:cNvSpPr/>
              <p:nvPr/>
            </p:nvSpPr>
            <p:spPr>
              <a:xfrm rot="-1623">
                <a:off x="125118" y="1250275"/>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sp>
          <p:nvSpPr>
            <p:cNvPr id="920" name="Google Shape;920;p114"/>
            <p:cNvSpPr/>
            <p:nvPr/>
          </p:nvSpPr>
          <p:spPr>
            <a:xfrm rot="-4516116">
              <a:off x="314265" y="-331820"/>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sp>
          <p:nvSpPr>
            <p:cNvPr id="921" name="Google Shape;921;p114"/>
            <p:cNvSpPr/>
            <p:nvPr/>
          </p:nvSpPr>
          <p:spPr>
            <a:xfrm rot="6283884">
              <a:off x="6963097" y="3633506"/>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grpSp>
      <p:sp>
        <p:nvSpPr>
          <p:cNvPr id="922" name="Google Shape;922;p114"/>
          <p:cNvSpPr txBox="1"/>
          <p:nvPr>
            <p:ph type="ctrTitle"/>
          </p:nvPr>
        </p:nvSpPr>
        <p:spPr>
          <a:xfrm>
            <a:off x="1826325" y="1559575"/>
            <a:ext cx="5494800" cy="1569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SzPts val="5000"/>
              <a:buNone/>
              <a:defRPr sz="5000"/>
            </a:lvl1pPr>
            <a:lvl2pPr lvl="1">
              <a:lnSpc>
                <a:spcPct val="90000"/>
              </a:lnSpc>
              <a:spcBef>
                <a:spcPts val="0"/>
              </a:spcBef>
              <a:spcAft>
                <a:spcPts val="0"/>
              </a:spcAft>
              <a:buSzPts val="5000"/>
              <a:buNone/>
              <a:defRPr sz="5000"/>
            </a:lvl2pPr>
            <a:lvl3pPr lvl="2">
              <a:lnSpc>
                <a:spcPct val="90000"/>
              </a:lnSpc>
              <a:spcBef>
                <a:spcPts val="0"/>
              </a:spcBef>
              <a:spcAft>
                <a:spcPts val="0"/>
              </a:spcAft>
              <a:buSzPts val="5000"/>
              <a:buNone/>
              <a:defRPr sz="5000"/>
            </a:lvl3pPr>
            <a:lvl4pPr lvl="3">
              <a:lnSpc>
                <a:spcPct val="90000"/>
              </a:lnSpc>
              <a:spcBef>
                <a:spcPts val="0"/>
              </a:spcBef>
              <a:spcAft>
                <a:spcPts val="0"/>
              </a:spcAft>
              <a:buSzPts val="5000"/>
              <a:buNone/>
              <a:defRPr sz="5000"/>
            </a:lvl4pPr>
            <a:lvl5pPr lvl="4">
              <a:lnSpc>
                <a:spcPct val="90000"/>
              </a:lnSpc>
              <a:spcBef>
                <a:spcPts val="0"/>
              </a:spcBef>
              <a:spcAft>
                <a:spcPts val="0"/>
              </a:spcAft>
              <a:buSzPts val="5000"/>
              <a:buNone/>
              <a:defRPr sz="5000"/>
            </a:lvl5pPr>
            <a:lvl6pPr lvl="5">
              <a:lnSpc>
                <a:spcPct val="90000"/>
              </a:lnSpc>
              <a:spcBef>
                <a:spcPts val="0"/>
              </a:spcBef>
              <a:spcAft>
                <a:spcPts val="0"/>
              </a:spcAft>
              <a:buSzPts val="5000"/>
              <a:buNone/>
              <a:defRPr sz="5000"/>
            </a:lvl6pPr>
            <a:lvl7pPr lvl="6">
              <a:lnSpc>
                <a:spcPct val="90000"/>
              </a:lnSpc>
              <a:spcBef>
                <a:spcPts val="0"/>
              </a:spcBef>
              <a:spcAft>
                <a:spcPts val="0"/>
              </a:spcAft>
              <a:buSzPts val="5000"/>
              <a:buNone/>
              <a:defRPr sz="5000"/>
            </a:lvl7pPr>
            <a:lvl8pPr lvl="7">
              <a:lnSpc>
                <a:spcPct val="90000"/>
              </a:lnSpc>
              <a:spcBef>
                <a:spcPts val="0"/>
              </a:spcBef>
              <a:spcAft>
                <a:spcPts val="0"/>
              </a:spcAft>
              <a:buSzPts val="5000"/>
              <a:buNone/>
              <a:defRPr sz="5000"/>
            </a:lvl8pPr>
            <a:lvl9pPr lvl="8">
              <a:lnSpc>
                <a:spcPct val="90000"/>
              </a:lnSpc>
              <a:spcBef>
                <a:spcPts val="0"/>
              </a:spcBef>
              <a:spcAft>
                <a:spcPts val="0"/>
              </a:spcAft>
              <a:buSzPts val="5000"/>
              <a:buNone/>
              <a:defRPr sz="5000"/>
            </a:lvl9pPr>
          </a:lstStyle>
          <a:p/>
        </p:txBody>
      </p:sp>
      <p:sp>
        <p:nvSpPr>
          <p:cNvPr id="923" name="Google Shape;923;p114"/>
          <p:cNvSpPr txBox="1"/>
          <p:nvPr>
            <p:ph idx="1" type="subTitle"/>
          </p:nvPr>
        </p:nvSpPr>
        <p:spPr>
          <a:xfrm>
            <a:off x="1826325" y="3252475"/>
            <a:ext cx="5494800" cy="792600"/>
          </a:xfrm>
          <a:prstGeom prst="rect">
            <a:avLst/>
          </a:prstGeom>
        </p:spPr>
        <p:txBody>
          <a:bodyPr anchorCtr="0" anchor="t" bIns="91425" lIns="91425" spcFirstLastPara="1" rIns="91425" wrap="square" tIns="91425">
            <a:spAutoFit/>
          </a:bodyPr>
          <a:lstStyle>
            <a:lvl1pPr lvl="0">
              <a:spcBef>
                <a:spcPts val="0"/>
              </a:spcBef>
              <a:spcAft>
                <a:spcPts val="0"/>
              </a:spcAft>
              <a:buSzPts val="2500"/>
              <a:buFont typeface="Inter Tight Medium"/>
              <a:buNone/>
              <a:defRPr sz="2500">
                <a:latin typeface="Inter Tight Medium"/>
                <a:ea typeface="Inter Tight Medium"/>
                <a:cs typeface="Inter Tight Medium"/>
                <a:sym typeface="Inter Tight Medium"/>
              </a:defRPr>
            </a:lvl1pPr>
            <a:lvl2pPr lvl="1">
              <a:spcBef>
                <a:spcPts val="0"/>
              </a:spcBef>
              <a:spcAft>
                <a:spcPts val="0"/>
              </a:spcAft>
              <a:buSzPts val="2500"/>
              <a:buFont typeface="Inter Tight Medium"/>
              <a:buNone/>
              <a:defRPr sz="2500">
                <a:latin typeface="Inter Tight Medium"/>
                <a:ea typeface="Inter Tight Medium"/>
                <a:cs typeface="Inter Tight Medium"/>
                <a:sym typeface="Inter Tight Medium"/>
              </a:defRPr>
            </a:lvl2pPr>
            <a:lvl3pPr lvl="2">
              <a:spcBef>
                <a:spcPts val="0"/>
              </a:spcBef>
              <a:spcAft>
                <a:spcPts val="0"/>
              </a:spcAft>
              <a:buSzPts val="2500"/>
              <a:buFont typeface="Inter Tight Medium"/>
              <a:buNone/>
              <a:defRPr sz="2500">
                <a:latin typeface="Inter Tight Medium"/>
                <a:ea typeface="Inter Tight Medium"/>
                <a:cs typeface="Inter Tight Medium"/>
                <a:sym typeface="Inter Tight Medium"/>
              </a:defRPr>
            </a:lvl3pPr>
            <a:lvl4pPr lvl="3">
              <a:spcBef>
                <a:spcPts val="0"/>
              </a:spcBef>
              <a:spcAft>
                <a:spcPts val="0"/>
              </a:spcAft>
              <a:buSzPts val="2500"/>
              <a:buFont typeface="Inter Tight Medium"/>
              <a:buNone/>
              <a:defRPr sz="2500">
                <a:latin typeface="Inter Tight Medium"/>
                <a:ea typeface="Inter Tight Medium"/>
                <a:cs typeface="Inter Tight Medium"/>
                <a:sym typeface="Inter Tight Medium"/>
              </a:defRPr>
            </a:lvl4pPr>
            <a:lvl5pPr lvl="4">
              <a:spcBef>
                <a:spcPts val="0"/>
              </a:spcBef>
              <a:spcAft>
                <a:spcPts val="0"/>
              </a:spcAft>
              <a:buSzPts val="2500"/>
              <a:buFont typeface="Inter Tight Medium"/>
              <a:buNone/>
              <a:defRPr sz="2500">
                <a:latin typeface="Inter Tight Medium"/>
                <a:ea typeface="Inter Tight Medium"/>
                <a:cs typeface="Inter Tight Medium"/>
                <a:sym typeface="Inter Tight Medium"/>
              </a:defRPr>
            </a:lvl5pPr>
            <a:lvl6pPr lvl="5">
              <a:spcBef>
                <a:spcPts val="0"/>
              </a:spcBef>
              <a:spcAft>
                <a:spcPts val="0"/>
              </a:spcAft>
              <a:buSzPts val="2500"/>
              <a:buFont typeface="Inter Tight Medium"/>
              <a:buNone/>
              <a:defRPr sz="2500">
                <a:latin typeface="Inter Tight Medium"/>
                <a:ea typeface="Inter Tight Medium"/>
                <a:cs typeface="Inter Tight Medium"/>
                <a:sym typeface="Inter Tight Medium"/>
              </a:defRPr>
            </a:lvl6pPr>
            <a:lvl7pPr lvl="6">
              <a:spcBef>
                <a:spcPts val="0"/>
              </a:spcBef>
              <a:spcAft>
                <a:spcPts val="0"/>
              </a:spcAft>
              <a:buSzPts val="2500"/>
              <a:buFont typeface="Inter Tight Medium"/>
              <a:buNone/>
              <a:defRPr sz="2500">
                <a:latin typeface="Inter Tight Medium"/>
                <a:ea typeface="Inter Tight Medium"/>
                <a:cs typeface="Inter Tight Medium"/>
                <a:sym typeface="Inter Tight Medium"/>
              </a:defRPr>
            </a:lvl7pPr>
            <a:lvl8pPr lvl="7">
              <a:spcBef>
                <a:spcPts val="0"/>
              </a:spcBef>
              <a:spcAft>
                <a:spcPts val="0"/>
              </a:spcAft>
              <a:buSzPts val="2500"/>
              <a:buFont typeface="Inter Tight Medium"/>
              <a:buNone/>
              <a:defRPr sz="2500">
                <a:latin typeface="Inter Tight Medium"/>
                <a:ea typeface="Inter Tight Medium"/>
                <a:cs typeface="Inter Tight Medium"/>
                <a:sym typeface="Inter Tight Medium"/>
              </a:defRPr>
            </a:lvl8pPr>
            <a:lvl9pPr lvl="8">
              <a:spcBef>
                <a:spcPts val="0"/>
              </a:spcBef>
              <a:spcAft>
                <a:spcPts val="0"/>
              </a:spcAft>
              <a:buSzPts val="2500"/>
              <a:buFont typeface="Inter Tight Medium"/>
              <a:buNone/>
              <a:defRPr sz="2500">
                <a:latin typeface="Inter Tight Medium"/>
                <a:ea typeface="Inter Tight Medium"/>
                <a:cs typeface="Inter Tight Medium"/>
                <a:sym typeface="Inter Tight Medium"/>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924" name="Shape 924"/>
        <p:cNvGrpSpPr/>
        <p:nvPr/>
      </p:nvGrpSpPr>
      <p:grpSpPr>
        <a:xfrm>
          <a:off x="0" y="0"/>
          <a:ext cx="0" cy="0"/>
          <a:chOff x="0" y="0"/>
          <a:chExt cx="0" cy="0"/>
        </a:xfrm>
      </p:grpSpPr>
      <p:sp>
        <p:nvSpPr>
          <p:cNvPr id="925" name="Google Shape;925;p115"/>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26" name="Google Shape;926;p115"/>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927" name="Shape 927"/>
        <p:cNvGrpSpPr/>
        <p:nvPr/>
      </p:nvGrpSpPr>
      <p:grpSpPr>
        <a:xfrm>
          <a:off x="0" y="0"/>
          <a:ext cx="0" cy="0"/>
          <a:chOff x="0" y="0"/>
          <a:chExt cx="0" cy="0"/>
        </a:xfrm>
      </p:grpSpPr>
      <p:sp>
        <p:nvSpPr>
          <p:cNvPr id="928" name="Google Shape;928;p11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9" name="Google Shape;929;p116"/>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30" name="Google Shape;930;p116"/>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931" name="Shape 931"/>
        <p:cNvGrpSpPr/>
        <p:nvPr/>
      </p:nvGrpSpPr>
      <p:grpSpPr>
        <a:xfrm>
          <a:off x="0" y="0"/>
          <a:ext cx="0" cy="0"/>
          <a:chOff x="0" y="0"/>
          <a:chExt cx="0" cy="0"/>
        </a:xfrm>
      </p:grpSpPr>
      <p:sp>
        <p:nvSpPr>
          <p:cNvPr id="932" name="Google Shape;932;p11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3" name="Google Shape;933;p117"/>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34" name="Google Shape;934;p117"/>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35" name="Google Shape;935;p117"/>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936" name="Shape 936"/>
        <p:cNvGrpSpPr/>
        <p:nvPr/>
      </p:nvGrpSpPr>
      <p:grpSpPr>
        <a:xfrm>
          <a:off x="0" y="0"/>
          <a:ext cx="0" cy="0"/>
          <a:chOff x="0" y="0"/>
          <a:chExt cx="0" cy="0"/>
        </a:xfrm>
      </p:grpSpPr>
      <p:sp>
        <p:nvSpPr>
          <p:cNvPr id="937" name="Google Shape;937;p11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8" name="Google Shape;938;p118"/>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3">
    <p:spTree>
      <p:nvGrpSpPr>
        <p:cNvPr id="939" name="Shape 939"/>
        <p:cNvGrpSpPr/>
        <p:nvPr/>
      </p:nvGrpSpPr>
      <p:grpSpPr>
        <a:xfrm>
          <a:off x="0" y="0"/>
          <a:ext cx="0" cy="0"/>
          <a:chOff x="0" y="0"/>
          <a:chExt cx="0" cy="0"/>
        </a:xfrm>
      </p:grpSpPr>
      <p:sp>
        <p:nvSpPr>
          <p:cNvPr id="940" name="Google Shape;940;p119"/>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41" name="Google Shape;941;p119"/>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42" name="Google Shape;942;p119"/>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_1">
    <p:spTree>
      <p:nvGrpSpPr>
        <p:cNvPr id="943" name="Shape 943"/>
        <p:cNvGrpSpPr/>
        <p:nvPr/>
      </p:nvGrpSpPr>
      <p:grpSpPr>
        <a:xfrm>
          <a:off x="0" y="0"/>
          <a:ext cx="0" cy="0"/>
          <a:chOff x="0" y="0"/>
          <a:chExt cx="0" cy="0"/>
        </a:xfrm>
      </p:grpSpPr>
      <p:sp>
        <p:nvSpPr>
          <p:cNvPr id="944" name="Google Shape;944;p120"/>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45" name="Google Shape;945;p120"/>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946" name="Shape 946"/>
        <p:cNvGrpSpPr/>
        <p:nvPr/>
      </p:nvGrpSpPr>
      <p:grpSpPr>
        <a:xfrm>
          <a:off x="0" y="0"/>
          <a:ext cx="0" cy="0"/>
          <a:chOff x="0" y="0"/>
          <a:chExt cx="0" cy="0"/>
        </a:xfrm>
      </p:grpSpPr>
      <p:sp>
        <p:nvSpPr>
          <p:cNvPr id="947" name="Google Shape;947;p1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2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49" name="Google Shape;949;p121"/>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950" name="Google Shape;950;p121"/>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951" name="Google Shape;951;p121"/>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_1">
    <p:spTree>
      <p:nvGrpSpPr>
        <p:cNvPr id="952" name="Shape 952"/>
        <p:cNvGrpSpPr/>
        <p:nvPr/>
      </p:nvGrpSpPr>
      <p:grpSpPr>
        <a:xfrm>
          <a:off x="0" y="0"/>
          <a:ext cx="0" cy="0"/>
          <a:chOff x="0" y="0"/>
          <a:chExt cx="0" cy="0"/>
        </a:xfrm>
      </p:grpSpPr>
      <p:sp>
        <p:nvSpPr>
          <p:cNvPr id="953" name="Google Shape;953;p122"/>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spcBef>
                <a:spcPts val="0"/>
              </a:spcBef>
              <a:spcAft>
                <a:spcPts val="0"/>
              </a:spcAft>
              <a:buSzPts val="1700"/>
              <a:buNone/>
              <a:defRPr/>
            </a:lvl1pPr>
          </a:lstStyle>
          <a:p/>
        </p:txBody>
      </p:sp>
      <p:sp>
        <p:nvSpPr>
          <p:cNvPr id="954" name="Google Shape;954;p122"/>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955" name="Shape 955"/>
        <p:cNvGrpSpPr/>
        <p:nvPr/>
      </p:nvGrpSpPr>
      <p:grpSpPr>
        <a:xfrm>
          <a:off x="0" y="0"/>
          <a:ext cx="0" cy="0"/>
          <a:chOff x="0" y="0"/>
          <a:chExt cx="0" cy="0"/>
        </a:xfrm>
      </p:grpSpPr>
      <p:sp>
        <p:nvSpPr>
          <p:cNvPr id="956" name="Google Shape;956;p1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57" name="Google Shape;957;p123"/>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36550" lvl="0" marL="457200" algn="ctr">
              <a:spcBef>
                <a:spcPts val="0"/>
              </a:spcBef>
              <a:spcAft>
                <a:spcPts val="0"/>
              </a:spcAft>
              <a:buSzPts val="17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958" name="Google Shape;958;p123"/>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959" name="Shape 959"/>
        <p:cNvGrpSpPr/>
        <p:nvPr/>
      </p:nvGrpSpPr>
      <p:grpSpPr>
        <a:xfrm>
          <a:off x="0" y="0"/>
          <a:ext cx="0" cy="0"/>
          <a:chOff x="0" y="0"/>
          <a:chExt cx="0" cy="0"/>
        </a:xfrm>
      </p:grpSpPr>
      <p:sp>
        <p:nvSpPr>
          <p:cNvPr id="960" name="Google Shape;960;p124"/>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61" name="Shape 961"/>
        <p:cNvGrpSpPr/>
        <p:nvPr/>
      </p:nvGrpSpPr>
      <p:grpSpPr>
        <a:xfrm>
          <a:off x="0" y="0"/>
          <a:ext cx="0" cy="0"/>
          <a:chOff x="0" y="0"/>
          <a:chExt cx="0" cy="0"/>
        </a:xfrm>
      </p:grpSpPr>
      <p:sp>
        <p:nvSpPr>
          <p:cNvPr id="962" name="Google Shape;962;p125"/>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3" name="Google Shape;963;p125"/>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64" name="Google Shape;964;p1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65" name="Google Shape;965;p1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66" name="Google Shape;966;p1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67" name="Google Shape;967;p1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68" name="Google Shape;968;p1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69" name="Google Shape;969;p1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970" name="Shape 970"/>
        <p:cNvGrpSpPr/>
        <p:nvPr/>
      </p:nvGrpSpPr>
      <p:grpSpPr>
        <a:xfrm>
          <a:off x="0" y="0"/>
          <a:ext cx="0" cy="0"/>
          <a:chOff x="0" y="0"/>
          <a:chExt cx="0" cy="0"/>
        </a:xfrm>
      </p:grpSpPr>
      <p:sp>
        <p:nvSpPr>
          <p:cNvPr id="971" name="Google Shape;971;p12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2" name="Google Shape;972;p12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73" name="Google Shape;973;p126"/>
          <p:cNvSpPr/>
          <p:nvPr>
            <p:ph idx="2" type="pic"/>
          </p:nvPr>
        </p:nvSpPr>
        <p:spPr>
          <a:xfrm>
            <a:off x="4992024" y="1152775"/>
            <a:ext cx="3840300" cy="3416400"/>
          </a:xfrm>
          <a:prstGeom prst="rect">
            <a:avLst/>
          </a:prstGeom>
          <a:noFill/>
          <a:ln>
            <a:noFill/>
          </a:ln>
        </p:spPr>
      </p:sp>
      <p:sp>
        <p:nvSpPr>
          <p:cNvPr id="974" name="Google Shape;974;p126"/>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975" name="Shape 975"/>
        <p:cNvGrpSpPr/>
        <p:nvPr/>
      </p:nvGrpSpPr>
      <p:grpSpPr>
        <a:xfrm>
          <a:off x="0" y="0"/>
          <a:ext cx="0" cy="0"/>
          <a:chOff x="0" y="0"/>
          <a:chExt cx="0" cy="0"/>
        </a:xfrm>
      </p:grpSpPr>
      <p:sp>
        <p:nvSpPr>
          <p:cNvPr id="976" name="Google Shape;976;p127"/>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7" name="Google Shape;977;p127"/>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78" name="Google Shape;978;p12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79" name="Google Shape;979;p127"/>
          <p:cNvSpPr txBox="1"/>
          <p:nvPr>
            <p:ph idx="2" type="body"/>
          </p:nvPr>
        </p:nvSpPr>
        <p:spPr>
          <a:xfrm>
            <a:off x="5048000" y="2237788"/>
            <a:ext cx="36198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80" name="Google Shape;980;p1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81" name="Google Shape;981;p1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982" name="Shape 982"/>
        <p:cNvGrpSpPr/>
        <p:nvPr/>
      </p:nvGrpSpPr>
      <p:grpSpPr>
        <a:xfrm>
          <a:off x="0" y="0"/>
          <a:ext cx="0" cy="0"/>
          <a:chOff x="0" y="0"/>
          <a:chExt cx="0" cy="0"/>
        </a:xfrm>
      </p:grpSpPr>
      <p:sp>
        <p:nvSpPr>
          <p:cNvPr id="983" name="Google Shape;983;p128"/>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4" name="Google Shape;984;p12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85" name="Google Shape;985;p128"/>
          <p:cNvSpPr txBox="1"/>
          <p:nvPr>
            <p:ph idx="2" type="body"/>
          </p:nvPr>
        </p:nvSpPr>
        <p:spPr>
          <a:xfrm>
            <a:off x="334772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86" name="Google Shape;986;p128"/>
          <p:cNvSpPr txBox="1"/>
          <p:nvPr>
            <p:ph idx="3" type="body"/>
          </p:nvPr>
        </p:nvSpPr>
        <p:spPr>
          <a:xfrm>
            <a:off x="621227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87" name="Google Shape;987;p12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88" name="Google Shape;988;p1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89" name="Google Shape;989;p1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0" name="Google Shape;990;p1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991" name="Shape 991"/>
        <p:cNvGrpSpPr/>
        <p:nvPr/>
      </p:nvGrpSpPr>
      <p:grpSpPr>
        <a:xfrm>
          <a:off x="0" y="0"/>
          <a:ext cx="0" cy="0"/>
          <a:chOff x="0" y="0"/>
          <a:chExt cx="0" cy="0"/>
        </a:xfrm>
      </p:grpSpPr>
      <p:sp>
        <p:nvSpPr>
          <p:cNvPr id="992" name="Google Shape;992;p129"/>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93" name="Google Shape;993;p12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94" name="Google Shape;994;p129"/>
          <p:cNvSpPr txBox="1"/>
          <p:nvPr>
            <p:ph idx="2" type="body"/>
          </p:nvPr>
        </p:nvSpPr>
        <p:spPr>
          <a:xfrm>
            <a:off x="4938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95" name="Google Shape;995;p129"/>
          <p:cNvSpPr txBox="1"/>
          <p:nvPr>
            <p:ph idx="3" type="body"/>
          </p:nvPr>
        </p:nvSpPr>
        <p:spPr>
          <a:xfrm>
            <a:off x="366750" y="3648575"/>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96" name="Google Shape;996;p129"/>
          <p:cNvSpPr txBox="1"/>
          <p:nvPr>
            <p:ph idx="4" type="body"/>
          </p:nvPr>
        </p:nvSpPr>
        <p:spPr>
          <a:xfrm>
            <a:off x="4938750" y="3648575"/>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97" name="Google Shape;997;p129"/>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98" name="Google Shape;998;p1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9" name="Google Shape;999;p1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0" name="Google Shape;1000;p1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1" name="Google Shape;1001;p1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002" name="Shape 1002"/>
        <p:cNvGrpSpPr/>
        <p:nvPr/>
      </p:nvGrpSpPr>
      <p:grpSpPr>
        <a:xfrm>
          <a:off x="0" y="0"/>
          <a:ext cx="0" cy="0"/>
          <a:chOff x="0" y="0"/>
          <a:chExt cx="0" cy="0"/>
        </a:xfrm>
      </p:grpSpPr>
      <p:sp>
        <p:nvSpPr>
          <p:cNvPr id="1003" name="Google Shape;1003;p13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4" name="Google Shape;1004;p130"/>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05" name="Google Shape;1005;p1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006" name="Shape 1006"/>
        <p:cNvGrpSpPr/>
        <p:nvPr/>
      </p:nvGrpSpPr>
      <p:grpSpPr>
        <a:xfrm>
          <a:off x="0" y="0"/>
          <a:ext cx="0" cy="0"/>
          <a:chOff x="0" y="0"/>
          <a:chExt cx="0" cy="0"/>
        </a:xfrm>
      </p:grpSpPr>
      <p:sp>
        <p:nvSpPr>
          <p:cNvPr id="1007" name="Google Shape;1007;p13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8" name="Google Shape;1008;p131"/>
          <p:cNvSpPr/>
          <p:nvPr>
            <p:ph idx="2" type="pic"/>
          </p:nvPr>
        </p:nvSpPr>
        <p:spPr>
          <a:xfrm>
            <a:off x="4804825" y="1133300"/>
            <a:ext cx="4027500" cy="2392800"/>
          </a:xfrm>
          <a:prstGeom prst="rect">
            <a:avLst/>
          </a:prstGeom>
          <a:noFill/>
          <a:ln>
            <a:noFill/>
          </a:ln>
        </p:spPr>
      </p:sp>
      <p:sp>
        <p:nvSpPr>
          <p:cNvPr id="1009" name="Google Shape;1009;p131"/>
          <p:cNvSpPr/>
          <p:nvPr>
            <p:ph idx="3" type="pic"/>
          </p:nvPr>
        </p:nvSpPr>
        <p:spPr>
          <a:xfrm>
            <a:off x="311725" y="1133300"/>
            <a:ext cx="4027500" cy="2392800"/>
          </a:xfrm>
          <a:prstGeom prst="rect">
            <a:avLst/>
          </a:prstGeom>
          <a:noFill/>
          <a:ln>
            <a:noFill/>
          </a:ln>
        </p:spPr>
      </p:sp>
      <p:sp>
        <p:nvSpPr>
          <p:cNvPr id="1010" name="Google Shape;1010;p131"/>
          <p:cNvSpPr txBox="1"/>
          <p:nvPr>
            <p:ph idx="4" type="body"/>
          </p:nvPr>
        </p:nvSpPr>
        <p:spPr>
          <a:xfrm>
            <a:off x="4804825"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11" name="Google Shape;1011;p131"/>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2" name="Google Shape;1012;p13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3" name="Google Shape;1013;p1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14" name="Google Shape;1014;p1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15" name="Shape 1015"/>
        <p:cNvGrpSpPr/>
        <p:nvPr/>
      </p:nvGrpSpPr>
      <p:grpSpPr>
        <a:xfrm>
          <a:off x="0" y="0"/>
          <a:ext cx="0" cy="0"/>
          <a:chOff x="0" y="0"/>
          <a:chExt cx="0" cy="0"/>
        </a:xfrm>
      </p:grpSpPr>
      <p:sp>
        <p:nvSpPr>
          <p:cNvPr id="1016" name="Google Shape;1016;p13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17" name="Google Shape;1017;p132"/>
          <p:cNvSpPr/>
          <p:nvPr>
            <p:ph idx="2" type="pic"/>
          </p:nvPr>
        </p:nvSpPr>
        <p:spPr>
          <a:xfrm>
            <a:off x="6205225" y="1128325"/>
            <a:ext cx="2627100" cy="2273100"/>
          </a:xfrm>
          <a:prstGeom prst="rect">
            <a:avLst/>
          </a:prstGeom>
          <a:noFill/>
          <a:ln>
            <a:noFill/>
          </a:ln>
        </p:spPr>
      </p:sp>
      <p:sp>
        <p:nvSpPr>
          <p:cNvPr id="1018" name="Google Shape;1018;p132"/>
          <p:cNvSpPr/>
          <p:nvPr>
            <p:ph idx="3" type="pic"/>
          </p:nvPr>
        </p:nvSpPr>
        <p:spPr>
          <a:xfrm>
            <a:off x="311725" y="1128325"/>
            <a:ext cx="2627100" cy="2273100"/>
          </a:xfrm>
          <a:prstGeom prst="rect">
            <a:avLst/>
          </a:prstGeom>
          <a:noFill/>
          <a:ln>
            <a:noFill/>
          </a:ln>
        </p:spPr>
      </p:sp>
      <p:sp>
        <p:nvSpPr>
          <p:cNvPr id="1019" name="Google Shape;1019;p132"/>
          <p:cNvSpPr txBox="1"/>
          <p:nvPr>
            <p:ph idx="4" type="body"/>
          </p:nvPr>
        </p:nvSpPr>
        <p:spPr>
          <a:xfrm>
            <a:off x="6205225"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20" name="Google Shape;1020;p132"/>
          <p:cNvSpPr/>
          <p:nvPr>
            <p:ph idx="5" type="pic"/>
          </p:nvPr>
        </p:nvSpPr>
        <p:spPr>
          <a:xfrm>
            <a:off x="3255250" y="1128325"/>
            <a:ext cx="2627100" cy="2273100"/>
          </a:xfrm>
          <a:prstGeom prst="rect">
            <a:avLst/>
          </a:prstGeom>
          <a:noFill/>
          <a:ln>
            <a:noFill/>
          </a:ln>
        </p:spPr>
      </p:sp>
      <p:sp>
        <p:nvSpPr>
          <p:cNvPr id="1021" name="Google Shape;1021;p132"/>
          <p:cNvSpPr txBox="1"/>
          <p:nvPr>
            <p:ph idx="6" type="body"/>
          </p:nvPr>
        </p:nvSpPr>
        <p:spPr>
          <a:xfrm>
            <a:off x="325525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22" name="Google Shape;1022;p132"/>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23" name="Google Shape;1023;p13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4" name="Google Shape;1024;p1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25" name="Google Shape;1025;p1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26" name="Google Shape;1026;p1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027" name="Shape 1027"/>
        <p:cNvGrpSpPr/>
        <p:nvPr/>
      </p:nvGrpSpPr>
      <p:grpSpPr>
        <a:xfrm>
          <a:off x="0" y="0"/>
          <a:ext cx="0" cy="0"/>
          <a:chOff x="0" y="0"/>
          <a:chExt cx="0" cy="0"/>
        </a:xfrm>
      </p:grpSpPr>
      <p:sp>
        <p:nvSpPr>
          <p:cNvPr id="1028" name="Google Shape;1028;p133"/>
          <p:cNvSpPr/>
          <p:nvPr>
            <p:ph idx="2" type="pic"/>
          </p:nvPr>
        </p:nvSpPr>
        <p:spPr>
          <a:xfrm>
            <a:off x="311700" y="445025"/>
            <a:ext cx="8520600" cy="4218300"/>
          </a:xfrm>
          <a:prstGeom prst="rect">
            <a:avLst/>
          </a:prstGeom>
          <a:noFill/>
          <a:ln>
            <a:noFill/>
          </a:ln>
        </p:spPr>
      </p:sp>
      <p:sp>
        <p:nvSpPr>
          <p:cNvPr id="1029" name="Google Shape;1029;p133"/>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030" name="Shape 1030"/>
        <p:cNvGrpSpPr/>
        <p:nvPr/>
      </p:nvGrpSpPr>
      <p:grpSpPr>
        <a:xfrm>
          <a:off x="0" y="0"/>
          <a:ext cx="0" cy="0"/>
          <a:chOff x="0" y="0"/>
          <a:chExt cx="0" cy="0"/>
        </a:xfrm>
      </p:grpSpPr>
      <p:sp>
        <p:nvSpPr>
          <p:cNvPr id="1031" name="Google Shape;1031;p134"/>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32" name="Google Shape;1032;p134"/>
          <p:cNvSpPr/>
          <p:nvPr>
            <p:ph idx="2" type="pic"/>
          </p:nvPr>
        </p:nvSpPr>
        <p:spPr>
          <a:xfrm>
            <a:off x="3389600" y="118913"/>
            <a:ext cx="1643700" cy="1535100"/>
          </a:xfrm>
          <a:prstGeom prst="rect">
            <a:avLst/>
          </a:prstGeom>
          <a:noFill/>
          <a:ln>
            <a:noFill/>
          </a:ln>
        </p:spPr>
      </p:sp>
      <p:sp>
        <p:nvSpPr>
          <p:cNvPr id="1033" name="Google Shape;1033;p134"/>
          <p:cNvSpPr/>
          <p:nvPr>
            <p:ph idx="3" type="pic"/>
          </p:nvPr>
        </p:nvSpPr>
        <p:spPr>
          <a:xfrm>
            <a:off x="5195935" y="118913"/>
            <a:ext cx="1643700" cy="1535100"/>
          </a:xfrm>
          <a:prstGeom prst="rect">
            <a:avLst/>
          </a:prstGeom>
          <a:noFill/>
          <a:ln>
            <a:noFill/>
          </a:ln>
        </p:spPr>
      </p:sp>
      <p:sp>
        <p:nvSpPr>
          <p:cNvPr id="1034" name="Google Shape;1034;p134"/>
          <p:cNvSpPr/>
          <p:nvPr>
            <p:ph idx="4" type="pic"/>
          </p:nvPr>
        </p:nvSpPr>
        <p:spPr>
          <a:xfrm>
            <a:off x="7002270" y="118913"/>
            <a:ext cx="1643700" cy="1535100"/>
          </a:xfrm>
          <a:prstGeom prst="rect">
            <a:avLst/>
          </a:prstGeom>
          <a:noFill/>
          <a:ln>
            <a:noFill/>
          </a:ln>
        </p:spPr>
      </p:sp>
      <p:sp>
        <p:nvSpPr>
          <p:cNvPr id="1035" name="Google Shape;1035;p134"/>
          <p:cNvSpPr/>
          <p:nvPr>
            <p:ph idx="5" type="pic"/>
          </p:nvPr>
        </p:nvSpPr>
        <p:spPr>
          <a:xfrm>
            <a:off x="3389588" y="1804212"/>
            <a:ext cx="1643700" cy="1535100"/>
          </a:xfrm>
          <a:prstGeom prst="rect">
            <a:avLst/>
          </a:prstGeom>
          <a:noFill/>
          <a:ln>
            <a:noFill/>
          </a:ln>
        </p:spPr>
      </p:sp>
      <p:sp>
        <p:nvSpPr>
          <p:cNvPr id="1036" name="Google Shape;1036;p134"/>
          <p:cNvSpPr/>
          <p:nvPr>
            <p:ph idx="6" type="pic"/>
          </p:nvPr>
        </p:nvSpPr>
        <p:spPr>
          <a:xfrm>
            <a:off x="5195922" y="1804212"/>
            <a:ext cx="1643700" cy="1535100"/>
          </a:xfrm>
          <a:prstGeom prst="rect">
            <a:avLst/>
          </a:prstGeom>
          <a:noFill/>
          <a:ln>
            <a:noFill/>
          </a:ln>
        </p:spPr>
      </p:sp>
      <p:sp>
        <p:nvSpPr>
          <p:cNvPr id="1037" name="Google Shape;1037;p134"/>
          <p:cNvSpPr/>
          <p:nvPr>
            <p:ph idx="7" type="pic"/>
          </p:nvPr>
        </p:nvSpPr>
        <p:spPr>
          <a:xfrm>
            <a:off x="7002257" y="1804212"/>
            <a:ext cx="1643700" cy="1535100"/>
          </a:xfrm>
          <a:prstGeom prst="rect">
            <a:avLst/>
          </a:prstGeom>
          <a:noFill/>
          <a:ln>
            <a:noFill/>
          </a:ln>
        </p:spPr>
      </p:sp>
      <p:sp>
        <p:nvSpPr>
          <p:cNvPr id="1038" name="Google Shape;1038;p1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9" name="Google Shape;1039;p134"/>
          <p:cNvSpPr/>
          <p:nvPr>
            <p:ph idx="8" type="pic"/>
          </p:nvPr>
        </p:nvSpPr>
        <p:spPr>
          <a:xfrm>
            <a:off x="3389588" y="3489487"/>
            <a:ext cx="1643700" cy="1535100"/>
          </a:xfrm>
          <a:prstGeom prst="rect">
            <a:avLst/>
          </a:prstGeom>
          <a:noFill/>
          <a:ln>
            <a:noFill/>
          </a:ln>
        </p:spPr>
      </p:sp>
      <p:sp>
        <p:nvSpPr>
          <p:cNvPr id="1040" name="Google Shape;1040;p134"/>
          <p:cNvSpPr/>
          <p:nvPr>
            <p:ph idx="9" type="pic"/>
          </p:nvPr>
        </p:nvSpPr>
        <p:spPr>
          <a:xfrm>
            <a:off x="5195922" y="3489487"/>
            <a:ext cx="1643700" cy="1535100"/>
          </a:xfrm>
          <a:prstGeom prst="rect">
            <a:avLst/>
          </a:prstGeom>
          <a:noFill/>
          <a:ln>
            <a:noFill/>
          </a:ln>
        </p:spPr>
      </p:sp>
      <p:sp>
        <p:nvSpPr>
          <p:cNvPr id="1041" name="Google Shape;1041;p1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bg>
      <p:bgPr>
        <a:solidFill>
          <a:schemeClr val="lt1"/>
        </a:solidFill>
      </p:bgPr>
    </p:bg>
    <p:spTree>
      <p:nvGrpSpPr>
        <p:cNvPr id="1042" name="Shape 1042"/>
        <p:cNvGrpSpPr/>
        <p:nvPr/>
      </p:nvGrpSpPr>
      <p:grpSpPr>
        <a:xfrm>
          <a:off x="0" y="0"/>
          <a:ext cx="0" cy="0"/>
          <a:chOff x="0" y="0"/>
          <a:chExt cx="0" cy="0"/>
        </a:xfrm>
      </p:grpSpPr>
      <p:grpSp>
        <p:nvGrpSpPr>
          <p:cNvPr id="1043" name="Google Shape;1043;p135"/>
          <p:cNvGrpSpPr/>
          <p:nvPr/>
        </p:nvGrpSpPr>
        <p:grpSpPr>
          <a:xfrm>
            <a:off x="75" y="256675"/>
            <a:ext cx="3798141" cy="1190474"/>
            <a:chOff x="75" y="256675"/>
            <a:chExt cx="3798141" cy="1190474"/>
          </a:xfrm>
        </p:grpSpPr>
        <p:sp>
          <p:nvSpPr>
            <p:cNvPr id="1044" name="Google Shape;1044;p135"/>
            <p:cNvSpPr/>
            <p:nvPr/>
          </p:nvSpPr>
          <p:spPr>
            <a:xfrm flipH="1" rot="10800000">
              <a:off x="75" y="256675"/>
              <a:ext cx="3798000" cy="11904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1045" name="Google Shape;1045;p135"/>
            <p:cNvSpPr/>
            <p:nvPr/>
          </p:nvSpPr>
          <p:spPr>
            <a:xfrm flipH="1" rot="-10795068">
              <a:off x="3380016" y="1028349"/>
              <a:ext cx="418200" cy="418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1046" name="Google Shape;1046;p135"/>
          <p:cNvSpPr txBox="1"/>
          <p:nvPr>
            <p:ph type="title"/>
          </p:nvPr>
        </p:nvSpPr>
        <p:spPr>
          <a:xfrm>
            <a:off x="333925" y="544250"/>
            <a:ext cx="3039900" cy="7212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047" name="Google Shape;1047;p135"/>
          <p:cNvSpPr txBox="1"/>
          <p:nvPr>
            <p:ph idx="1" type="subTitle"/>
          </p:nvPr>
        </p:nvSpPr>
        <p:spPr>
          <a:xfrm>
            <a:off x="1149126" y="2348550"/>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048" name="Google Shape;1048;p135"/>
          <p:cNvSpPr txBox="1"/>
          <p:nvPr>
            <p:ph idx="2" type="subTitle"/>
          </p:nvPr>
        </p:nvSpPr>
        <p:spPr>
          <a:xfrm>
            <a:off x="1149126" y="2802869"/>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049" name="Google Shape;1049;p135"/>
          <p:cNvSpPr txBox="1"/>
          <p:nvPr>
            <p:ph idx="3" type="subTitle"/>
          </p:nvPr>
        </p:nvSpPr>
        <p:spPr>
          <a:xfrm>
            <a:off x="1149126" y="3257187"/>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050" name="Google Shape;1050;p135"/>
          <p:cNvSpPr txBox="1"/>
          <p:nvPr>
            <p:ph idx="4" type="subTitle"/>
          </p:nvPr>
        </p:nvSpPr>
        <p:spPr>
          <a:xfrm>
            <a:off x="1149126" y="3711506"/>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051" name="Google Shape;1051;p135"/>
          <p:cNvSpPr txBox="1"/>
          <p:nvPr>
            <p:ph idx="5" type="subTitle"/>
          </p:nvPr>
        </p:nvSpPr>
        <p:spPr>
          <a:xfrm>
            <a:off x="1149126" y="4165824"/>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052" name="Google Shape;1052;p135"/>
          <p:cNvSpPr txBox="1"/>
          <p:nvPr>
            <p:ph idx="6" type="subTitle"/>
          </p:nvPr>
        </p:nvSpPr>
        <p:spPr>
          <a:xfrm>
            <a:off x="5327851" y="2348550"/>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053" name="Google Shape;1053;p135"/>
          <p:cNvSpPr txBox="1"/>
          <p:nvPr>
            <p:ph idx="7" type="subTitle"/>
          </p:nvPr>
        </p:nvSpPr>
        <p:spPr>
          <a:xfrm>
            <a:off x="5327851" y="2802869"/>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054" name="Google Shape;1054;p135"/>
          <p:cNvSpPr txBox="1"/>
          <p:nvPr>
            <p:ph idx="8" type="subTitle"/>
          </p:nvPr>
        </p:nvSpPr>
        <p:spPr>
          <a:xfrm>
            <a:off x="5327851" y="3257187"/>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055" name="Google Shape;1055;p135"/>
          <p:cNvSpPr txBox="1"/>
          <p:nvPr>
            <p:ph idx="9" type="subTitle"/>
          </p:nvPr>
        </p:nvSpPr>
        <p:spPr>
          <a:xfrm>
            <a:off x="5327851" y="3711506"/>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056" name="Google Shape;1056;p135"/>
          <p:cNvSpPr txBox="1"/>
          <p:nvPr>
            <p:ph idx="13" type="subTitle"/>
          </p:nvPr>
        </p:nvSpPr>
        <p:spPr>
          <a:xfrm>
            <a:off x="5327851" y="4165824"/>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s" type="tx">
  <p:cSld name="TITLE_AND_BODY">
    <p:bg>
      <p:bgPr>
        <a:solidFill>
          <a:schemeClr val="lt1"/>
        </a:solidFill>
      </p:bgPr>
    </p:bg>
    <p:spTree>
      <p:nvGrpSpPr>
        <p:cNvPr id="1057" name="Shape 1057"/>
        <p:cNvGrpSpPr/>
        <p:nvPr/>
      </p:nvGrpSpPr>
      <p:grpSpPr>
        <a:xfrm>
          <a:off x="0" y="0"/>
          <a:ext cx="0" cy="0"/>
          <a:chOff x="0" y="0"/>
          <a:chExt cx="0" cy="0"/>
        </a:xfrm>
      </p:grpSpPr>
      <p:sp>
        <p:nvSpPr>
          <p:cNvPr id="1058" name="Google Shape;1058;p136"/>
          <p:cNvSpPr/>
          <p:nvPr>
            <p:ph idx="2" type="pic"/>
          </p:nvPr>
        </p:nvSpPr>
        <p:spPr>
          <a:xfrm rot="299990">
            <a:off x="716131" y="2331244"/>
            <a:ext cx="3686628" cy="2455534"/>
          </a:xfrm>
          <a:prstGeom prst="snip1Rect">
            <a:avLst>
              <a:gd fmla="val 16667" name="adj"/>
            </a:avLst>
          </a:prstGeom>
          <a:noFill/>
          <a:ln>
            <a:noFill/>
          </a:ln>
        </p:spPr>
      </p:sp>
      <p:sp>
        <p:nvSpPr>
          <p:cNvPr id="1059" name="Google Shape;1059;p136"/>
          <p:cNvSpPr/>
          <p:nvPr>
            <p:ph idx="3" type="pic"/>
          </p:nvPr>
        </p:nvSpPr>
        <p:spPr>
          <a:xfrm rot="-300269">
            <a:off x="4741294" y="2331368"/>
            <a:ext cx="3686654" cy="2455534"/>
          </a:xfrm>
          <a:prstGeom prst="snip1Rect">
            <a:avLst>
              <a:gd fmla="val 16667" name="adj"/>
            </a:avLst>
          </a:prstGeom>
          <a:noFill/>
          <a:ln>
            <a:noFill/>
          </a:ln>
        </p:spPr>
      </p:sp>
      <p:sp>
        <p:nvSpPr>
          <p:cNvPr id="1060" name="Google Shape;1060;p136"/>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1" name="Google Shape;1061;p136"/>
          <p:cNvSpPr txBox="1"/>
          <p:nvPr>
            <p:ph idx="1" type="body"/>
          </p:nvPr>
        </p:nvSpPr>
        <p:spPr>
          <a:xfrm>
            <a:off x="333925" y="1163150"/>
            <a:ext cx="8475600" cy="7080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062" name="Google Shape;1062;p136"/>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lgn="r">
              <a:buNone/>
              <a:defRPr/>
            </a:lvl1pPr>
            <a:lvl2pPr lvl="1" rtl="0" algn="r">
              <a:buNone/>
              <a:defRPr/>
            </a:lvl2pPr>
            <a:lvl3pPr lvl="2" rtl="0" algn="r">
              <a:buNone/>
              <a:defRPr/>
            </a:lvl3pPr>
            <a:lvl4pPr lvl="3" rtl="0" algn="r">
              <a:buNone/>
              <a:defRPr/>
            </a:lvl4pPr>
            <a:lvl5pPr lvl="4" rtl="0" algn="r">
              <a:buNone/>
              <a:defRPr/>
            </a:lvl5pPr>
            <a:lvl6pPr lvl="5" rtl="0" algn="r">
              <a:buNone/>
              <a:defRPr/>
            </a:lvl6pPr>
            <a:lvl7pPr lvl="6" rtl="0" algn="r">
              <a:buNone/>
              <a:defRPr/>
            </a:lvl7pPr>
            <a:lvl8pPr lvl="7" rtl="0" algn="r">
              <a:buNone/>
              <a:defRPr/>
            </a:lvl8pPr>
            <a:lvl9pPr lvl="8" rtl="0" algn="r">
              <a:buNone/>
              <a:defRPr/>
            </a:lvl9pPr>
          </a:lstStyle>
          <a:p>
            <a:pPr indent="0" lvl="0" marL="0" rtl="0" algn="r">
              <a:spcBef>
                <a:spcPts val="0"/>
              </a:spcBef>
              <a:spcAft>
                <a:spcPts val="0"/>
              </a:spcAft>
              <a:buNone/>
            </a:pPr>
            <a:fld id="{00000000-1234-1234-1234-123412341234}" type="slidenum">
              <a:rPr lang="en"/>
              <a:t>‹#›</a:t>
            </a:fld>
            <a:endParaRPr/>
          </a:p>
        </p:txBody>
      </p:sp>
      <p:sp>
        <p:nvSpPr>
          <p:cNvPr id="1063" name="Google Shape;1063;p136"/>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064" name="Google Shape;1064;p136"/>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ITLE_AND_BODY_1">
    <p:bg>
      <p:bgPr>
        <a:solidFill>
          <a:schemeClr val="lt1"/>
        </a:solidFill>
      </p:bgPr>
    </p:bg>
    <p:spTree>
      <p:nvGrpSpPr>
        <p:cNvPr id="1065" name="Shape 1065"/>
        <p:cNvGrpSpPr/>
        <p:nvPr/>
      </p:nvGrpSpPr>
      <p:grpSpPr>
        <a:xfrm>
          <a:off x="0" y="0"/>
          <a:ext cx="0" cy="0"/>
          <a:chOff x="0" y="0"/>
          <a:chExt cx="0" cy="0"/>
        </a:xfrm>
      </p:grpSpPr>
      <p:sp>
        <p:nvSpPr>
          <p:cNvPr id="1066" name="Google Shape;1066;p137"/>
          <p:cNvSpPr/>
          <p:nvPr>
            <p:ph idx="2" type="pic"/>
          </p:nvPr>
        </p:nvSpPr>
        <p:spPr>
          <a:xfrm rot="299990">
            <a:off x="716131" y="2331244"/>
            <a:ext cx="3686628" cy="2455534"/>
          </a:xfrm>
          <a:prstGeom prst="snip1Rect">
            <a:avLst>
              <a:gd fmla="val 16667" name="adj"/>
            </a:avLst>
          </a:prstGeom>
          <a:noFill/>
          <a:ln>
            <a:noFill/>
          </a:ln>
        </p:spPr>
      </p:sp>
      <p:sp>
        <p:nvSpPr>
          <p:cNvPr id="1067" name="Google Shape;1067;p137"/>
          <p:cNvSpPr/>
          <p:nvPr>
            <p:ph idx="3" type="pic"/>
          </p:nvPr>
        </p:nvSpPr>
        <p:spPr>
          <a:xfrm rot="-300269">
            <a:off x="4741294" y="2331368"/>
            <a:ext cx="3686654" cy="2455534"/>
          </a:xfrm>
          <a:prstGeom prst="snip1Rect">
            <a:avLst>
              <a:gd fmla="val 16667" name="adj"/>
            </a:avLst>
          </a:prstGeom>
          <a:noFill/>
          <a:ln>
            <a:noFill/>
          </a:ln>
        </p:spPr>
      </p:sp>
      <p:sp>
        <p:nvSpPr>
          <p:cNvPr id="1068" name="Google Shape;1068;p137"/>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9" name="Google Shape;1069;p137"/>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lgn="r">
              <a:buNone/>
              <a:defRPr/>
            </a:lvl1pPr>
            <a:lvl2pPr lvl="1" rtl="0" algn="r">
              <a:buNone/>
              <a:defRPr/>
            </a:lvl2pPr>
            <a:lvl3pPr lvl="2" rtl="0" algn="r">
              <a:buNone/>
              <a:defRPr/>
            </a:lvl3pPr>
            <a:lvl4pPr lvl="3" rtl="0" algn="r">
              <a:buNone/>
              <a:defRPr/>
            </a:lvl4pPr>
            <a:lvl5pPr lvl="4" rtl="0" algn="r">
              <a:buNone/>
              <a:defRPr/>
            </a:lvl5pPr>
            <a:lvl6pPr lvl="5" rtl="0" algn="r">
              <a:buNone/>
              <a:defRPr/>
            </a:lvl6pPr>
            <a:lvl7pPr lvl="6" rtl="0" algn="r">
              <a:buNone/>
              <a:defRPr/>
            </a:lvl7pPr>
            <a:lvl8pPr lvl="7" rtl="0" algn="r">
              <a:buNone/>
              <a:defRPr/>
            </a:lvl8pPr>
            <a:lvl9pPr lvl="8" rtl="0" algn="r">
              <a:buNone/>
              <a:defRPr/>
            </a:lvl9pPr>
          </a:lstStyle>
          <a:p>
            <a:pPr indent="0" lvl="0" marL="0" rtl="0" algn="r">
              <a:spcBef>
                <a:spcPts val="0"/>
              </a:spcBef>
              <a:spcAft>
                <a:spcPts val="0"/>
              </a:spcAft>
              <a:buNone/>
            </a:pPr>
            <a:fld id="{00000000-1234-1234-1234-123412341234}" type="slidenum">
              <a:rPr lang="en"/>
              <a:t>‹#›</a:t>
            </a:fld>
            <a:endParaRPr/>
          </a:p>
        </p:txBody>
      </p:sp>
      <p:sp>
        <p:nvSpPr>
          <p:cNvPr id="1070" name="Google Shape;1070;p137"/>
          <p:cNvSpPr txBox="1"/>
          <p:nvPr>
            <p:ph idx="1" type="subTitle"/>
          </p:nvPr>
        </p:nvSpPr>
        <p:spPr>
          <a:xfrm>
            <a:off x="381082" y="1182925"/>
            <a:ext cx="41490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071" name="Google Shape;1071;p137"/>
          <p:cNvSpPr txBox="1"/>
          <p:nvPr>
            <p:ph idx="4" type="body"/>
          </p:nvPr>
        </p:nvSpPr>
        <p:spPr>
          <a:xfrm>
            <a:off x="381082" y="1521627"/>
            <a:ext cx="41490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072" name="Google Shape;1072;p137"/>
          <p:cNvSpPr txBox="1"/>
          <p:nvPr>
            <p:ph idx="5" type="subTitle"/>
          </p:nvPr>
        </p:nvSpPr>
        <p:spPr>
          <a:xfrm>
            <a:off x="4566932" y="1182925"/>
            <a:ext cx="41490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073" name="Google Shape;1073;p137"/>
          <p:cNvSpPr txBox="1"/>
          <p:nvPr>
            <p:ph idx="6" type="body"/>
          </p:nvPr>
        </p:nvSpPr>
        <p:spPr>
          <a:xfrm>
            <a:off x="4566932" y="1521627"/>
            <a:ext cx="41490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074" name="Google Shape;1074;p137"/>
          <p:cNvSpPr txBox="1"/>
          <p:nvPr>
            <p:ph idx="7"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075" name="Google Shape;1075;p137"/>
          <p:cNvSpPr txBox="1"/>
          <p:nvPr>
            <p:ph idx="8"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type="twoColTx">
  <p:cSld name="TITLE_AND_TWO_COLUMNS">
    <p:bg>
      <p:bgPr>
        <a:solidFill>
          <a:schemeClr val="lt1"/>
        </a:solidFill>
      </p:bgPr>
    </p:bg>
    <p:spTree>
      <p:nvGrpSpPr>
        <p:cNvPr id="1076" name="Shape 1076"/>
        <p:cNvGrpSpPr/>
        <p:nvPr/>
      </p:nvGrpSpPr>
      <p:grpSpPr>
        <a:xfrm>
          <a:off x="0" y="0"/>
          <a:ext cx="0" cy="0"/>
          <a:chOff x="0" y="0"/>
          <a:chExt cx="0" cy="0"/>
        </a:xfrm>
      </p:grpSpPr>
      <p:grpSp>
        <p:nvGrpSpPr>
          <p:cNvPr id="1077" name="Google Shape;1077;p138"/>
          <p:cNvGrpSpPr/>
          <p:nvPr/>
        </p:nvGrpSpPr>
        <p:grpSpPr>
          <a:xfrm>
            <a:off x="0" y="-444900"/>
            <a:ext cx="9144000" cy="5588500"/>
            <a:chOff x="0" y="-444900"/>
            <a:chExt cx="9144000" cy="5588500"/>
          </a:xfrm>
        </p:grpSpPr>
        <p:grpSp>
          <p:nvGrpSpPr>
            <p:cNvPr id="1078" name="Google Shape;1078;p138"/>
            <p:cNvGrpSpPr/>
            <p:nvPr/>
          </p:nvGrpSpPr>
          <p:grpSpPr>
            <a:xfrm>
              <a:off x="0" y="100"/>
              <a:ext cx="9144000" cy="5143500"/>
              <a:chOff x="0" y="100"/>
              <a:chExt cx="9144000" cy="5143500"/>
            </a:xfrm>
          </p:grpSpPr>
          <p:sp>
            <p:nvSpPr>
              <p:cNvPr id="1079" name="Google Shape;1079;p138"/>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1080" name="Google Shape;1080;p138"/>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grpSp>
        <p:sp>
          <p:nvSpPr>
            <p:cNvPr id="1081" name="Google Shape;1081;p138"/>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1082" name="Google Shape;1082;p138"/>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83" name="Google Shape;1083;p138"/>
          <p:cNvSpPr txBox="1"/>
          <p:nvPr>
            <p:ph type="title"/>
          </p:nvPr>
        </p:nvSpPr>
        <p:spPr>
          <a:xfrm>
            <a:off x="2479675" y="1637413"/>
            <a:ext cx="4184700" cy="572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084" name="Google Shape;1084;p138"/>
          <p:cNvSpPr txBox="1"/>
          <p:nvPr>
            <p:ph idx="1" type="body"/>
          </p:nvPr>
        </p:nvSpPr>
        <p:spPr>
          <a:xfrm>
            <a:off x="2479675" y="2291377"/>
            <a:ext cx="4184700" cy="2288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1085" name="Google Shape;1085;p138"/>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1086" name="Google Shape;1086;p138"/>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type="titleOnly">
  <p:cSld name="TITLE_ONLY">
    <p:bg>
      <p:bgPr>
        <a:solidFill>
          <a:schemeClr val="lt1"/>
        </a:solidFill>
      </p:bgPr>
    </p:bg>
    <p:spTree>
      <p:nvGrpSpPr>
        <p:cNvPr id="1087" name="Shape 1087"/>
        <p:cNvGrpSpPr/>
        <p:nvPr/>
      </p:nvGrpSpPr>
      <p:grpSpPr>
        <a:xfrm>
          <a:off x="0" y="0"/>
          <a:ext cx="0" cy="0"/>
          <a:chOff x="0" y="0"/>
          <a:chExt cx="0" cy="0"/>
        </a:xfrm>
      </p:grpSpPr>
      <p:sp>
        <p:nvSpPr>
          <p:cNvPr id="1088" name="Google Shape;1088;p139"/>
          <p:cNvSpPr/>
          <p:nvPr>
            <p:ph idx="2" type="pic"/>
          </p:nvPr>
        </p:nvSpPr>
        <p:spPr>
          <a:xfrm rot="299866">
            <a:off x="764484" y="2679783"/>
            <a:ext cx="1938771" cy="1938771"/>
          </a:xfrm>
          <a:prstGeom prst="snip1Rect">
            <a:avLst>
              <a:gd fmla="val 16667" name="adj"/>
            </a:avLst>
          </a:prstGeom>
          <a:noFill/>
          <a:ln>
            <a:noFill/>
          </a:ln>
        </p:spPr>
      </p:sp>
      <p:sp>
        <p:nvSpPr>
          <p:cNvPr id="1089" name="Google Shape;1089;p139"/>
          <p:cNvSpPr/>
          <p:nvPr>
            <p:ph idx="3" type="pic"/>
          </p:nvPr>
        </p:nvSpPr>
        <p:spPr>
          <a:xfrm rot="-299913">
            <a:off x="3602840" y="2620826"/>
            <a:ext cx="1938472" cy="1938472"/>
          </a:xfrm>
          <a:prstGeom prst="snip1Rect">
            <a:avLst>
              <a:gd fmla="val 16667" name="adj"/>
            </a:avLst>
          </a:prstGeom>
          <a:noFill/>
          <a:ln>
            <a:noFill/>
          </a:ln>
        </p:spPr>
      </p:sp>
      <p:sp>
        <p:nvSpPr>
          <p:cNvPr id="1090" name="Google Shape;1090;p139"/>
          <p:cNvSpPr/>
          <p:nvPr>
            <p:ph idx="4" type="pic"/>
          </p:nvPr>
        </p:nvSpPr>
        <p:spPr>
          <a:xfrm rot="299913">
            <a:off x="6440891" y="2679947"/>
            <a:ext cx="1938472" cy="1938472"/>
          </a:xfrm>
          <a:prstGeom prst="snip1Rect">
            <a:avLst>
              <a:gd fmla="val 16667" name="adj"/>
            </a:avLst>
          </a:prstGeom>
          <a:noFill/>
          <a:ln>
            <a:noFill/>
          </a:ln>
        </p:spPr>
      </p:sp>
      <p:sp>
        <p:nvSpPr>
          <p:cNvPr id="1091" name="Google Shape;1091;p139"/>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92" name="Google Shape;1092;p139"/>
          <p:cNvSpPr txBox="1"/>
          <p:nvPr>
            <p:ph idx="1" type="subTitle"/>
          </p:nvPr>
        </p:nvSpPr>
        <p:spPr>
          <a:xfrm>
            <a:off x="381063"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093" name="Google Shape;1093;p139"/>
          <p:cNvSpPr txBox="1"/>
          <p:nvPr>
            <p:ph idx="5" type="body"/>
          </p:nvPr>
        </p:nvSpPr>
        <p:spPr>
          <a:xfrm>
            <a:off x="381063"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094" name="Google Shape;1094;p139"/>
          <p:cNvSpPr txBox="1"/>
          <p:nvPr>
            <p:ph idx="6" type="subTitle"/>
          </p:nvPr>
        </p:nvSpPr>
        <p:spPr>
          <a:xfrm>
            <a:off x="3219300"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095" name="Google Shape;1095;p139"/>
          <p:cNvSpPr txBox="1"/>
          <p:nvPr>
            <p:ph idx="7" type="body"/>
          </p:nvPr>
        </p:nvSpPr>
        <p:spPr>
          <a:xfrm>
            <a:off x="3219300"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096" name="Google Shape;1096;p139"/>
          <p:cNvSpPr txBox="1"/>
          <p:nvPr>
            <p:ph idx="8" type="subTitle"/>
          </p:nvPr>
        </p:nvSpPr>
        <p:spPr>
          <a:xfrm>
            <a:off x="6057538"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097" name="Google Shape;1097;p139"/>
          <p:cNvSpPr txBox="1"/>
          <p:nvPr>
            <p:ph idx="9" type="body"/>
          </p:nvPr>
        </p:nvSpPr>
        <p:spPr>
          <a:xfrm>
            <a:off x="6057538"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098" name="Google Shape;1098;p139"/>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9" name="Google Shape;1099;p139"/>
          <p:cNvSpPr txBox="1"/>
          <p:nvPr>
            <p:ph idx="1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100" name="Google Shape;1100;p139"/>
          <p:cNvSpPr txBox="1"/>
          <p:nvPr>
            <p:ph idx="1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1">
  <p:cSld name="ONE_COLUMN_TEXT">
    <p:bg>
      <p:bgPr>
        <a:solidFill>
          <a:schemeClr val="lt1"/>
        </a:solidFill>
      </p:bgPr>
    </p:bg>
    <p:spTree>
      <p:nvGrpSpPr>
        <p:cNvPr id="1101" name="Shape 1101"/>
        <p:cNvGrpSpPr/>
        <p:nvPr/>
      </p:nvGrpSpPr>
      <p:grpSpPr>
        <a:xfrm>
          <a:off x="0" y="0"/>
          <a:ext cx="0" cy="0"/>
          <a:chOff x="0" y="0"/>
          <a:chExt cx="0" cy="0"/>
        </a:xfrm>
      </p:grpSpPr>
      <p:sp>
        <p:nvSpPr>
          <p:cNvPr id="1102" name="Google Shape;1102;p140"/>
          <p:cNvSpPr/>
          <p:nvPr>
            <p:ph idx="2" type="pic"/>
          </p:nvPr>
        </p:nvSpPr>
        <p:spPr>
          <a:xfrm>
            <a:off x="434125" y="2147825"/>
            <a:ext cx="8275200" cy="2679300"/>
          </a:xfrm>
          <a:prstGeom prst="snip1Rect">
            <a:avLst>
              <a:gd fmla="val 29467" name="adj"/>
            </a:avLst>
          </a:prstGeom>
          <a:noFill/>
          <a:ln>
            <a:noFill/>
          </a:ln>
        </p:spPr>
      </p:sp>
      <p:sp>
        <p:nvSpPr>
          <p:cNvPr id="1103" name="Google Shape;1103;p140"/>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04" name="Google Shape;1104;p140"/>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5" name="Google Shape;1105;p140"/>
          <p:cNvSpPr txBox="1"/>
          <p:nvPr>
            <p:ph idx="1" type="body"/>
          </p:nvPr>
        </p:nvSpPr>
        <p:spPr>
          <a:xfrm>
            <a:off x="333925" y="1163150"/>
            <a:ext cx="8475600" cy="7080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106" name="Google Shape;1106;p140"/>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107" name="Google Shape;1107;p140"/>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sldGuideLst>
    </p:ext>
  </p:extLst>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left">
  <p:cSld name="ONE_COLUMN_TEXT_1">
    <p:bg>
      <p:bgPr>
        <a:solidFill>
          <a:schemeClr val="lt1"/>
        </a:solidFill>
      </p:bgPr>
    </p:bg>
    <p:spTree>
      <p:nvGrpSpPr>
        <p:cNvPr id="1108" name="Shape 1108"/>
        <p:cNvGrpSpPr/>
        <p:nvPr/>
      </p:nvGrpSpPr>
      <p:grpSpPr>
        <a:xfrm>
          <a:off x="0" y="0"/>
          <a:ext cx="0" cy="0"/>
          <a:chOff x="0" y="0"/>
          <a:chExt cx="0" cy="0"/>
        </a:xfrm>
      </p:grpSpPr>
      <p:grpSp>
        <p:nvGrpSpPr>
          <p:cNvPr id="1109" name="Google Shape;1109;p141"/>
          <p:cNvGrpSpPr/>
          <p:nvPr/>
        </p:nvGrpSpPr>
        <p:grpSpPr>
          <a:xfrm>
            <a:off x="433788" y="1202208"/>
            <a:ext cx="2632899" cy="904617"/>
            <a:chOff x="433788" y="1202208"/>
            <a:chExt cx="2632899" cy="904617"/>
          </a:xfrm>
        </p:grpSpPr>
        <p:sp>
          <p:nvSpPr>
            <p:cNvPr id="1110" name="Google Shape;1110;p141"/>
            <p:cNvSpPr/>
            <p:nvPr/>
          </p:nvSpPr>
          <p:spPr>
            <a:xfrm>
              <a:off x="433788" y="1202325"/>
              <a:ext cx="2632800" cy="9045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1111" name="Google Shape;1111;p141"/>
            <p:cNvSpPr/>
            <p:nvPr/>
          </p:nvSpPr>
          <p:spPr>
            <a:xfrm rot="-6523">
              <a:off x="2750486"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1112" name="Google Shape;1112;p141"/>
          <p:cNvSpPr txBox="1"/>
          <p:nvPr>
            <p:ph idx="1" type="subTitle"/>
          </p:nvPr>
        </p:nvSpPr>
        <p:spPr>
          <a:xfrm>
            <a:off x="437000" y="1202200"/>
            <a:ext cx="2322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1113" name="Google Shape;1113;p141"/>
          <p:cNvSpPr txBox="1"/>
          <p:nvPr>
            <p:ph idx="2" type="body"/>
          </p:nvPr>
        </p:nvSpPr>
        <p:spPr>
          <a:xfrm>
            <a:off x="437000" y="1460325"/>
            <a:ext cx="26328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1114" name="Google Shape;1114;p141"/>
          <p:cNvSpPr/>
          <p:nvPr>
            <p:ph idx="3" type="pic"/>
          </p:nvPr>
        </p:nvSpPr>
        <p:spPr>
          <a:xfrm>
            <a:off x="434125" y="2147825"/>
            <a:ext cx="8275200" cy="2679300"/>
          </a:xfrm>
          <a:prstGeom prst="snip1Rect">
            <a:avLst>
              <a:gd fmla="val 29467" name="adj"/>
            </a:avLst>
          </a:prstGeom>
          <a:noFill/>
          <a:ln>
            <a:noFill/>
          </a:ln>
        </p:spPr>
      </p:sp>
      <p:sp>
        <p:nvSpPr>
          <p:cNvPr id="1115" name="Google Shape;1115;p141"/>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16" name="Google Shape;1116;p141"/>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17" name="Google Shape;1117;p141"/>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118" name="Google Shape;1118;p141"/>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guide id="2" orient="horz" pos="1353">
          <p15:clr>
            <a:srgbClr val="E46962"/>
          </p15:clr>
        </p15:guide>
      </p15:sldGuideLst>
    </p:ext>
  </p:extLst>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middle">
  <p:cSld name="ONE_COLUMN_TEXT_1_2">
    <p:bg>
      <p:bgPr>
        <a:solidFill>
          <a:schemeClr val="lt1"/>
        </a:solidFill>
      </p:bgPr>
    </p:bg>
    <p:spTree>
      <p:nvGrpSpPr>
        <p:cNvPr id="1119" name="Shape 1119"/>
        <p:cNvGrpSpPr/>
        <p:nvPr/>
      </p:nvGrpSpPr>
      <p:grpSpPr>
        <a:xfrm>
          <a:off x="0" y="0"/>
          <a:ext cx="0" cy="0"/>
          <a:chOff x="0" y="0"/>
          <a:chExt cx="0" cy="0"/>
        </a:xfrm>
      </p:grpSpPr>
      <p:grpSp>
        <p:nvGrpSpPr>
          <p:cNvPr id="1120" name="Google Shape;1120;p142"/>
          <p:cNvGrpSpPr/>
          <p:nvPr/>
        </p:nvGrpSpPr>
        <p:grpSpPr>
          <a:xfrm>
            <a:off x="3253950" y="1202208"/>
            <a:ext cx="2632899" cy="904617"/>
            <a:chOff x="3253950" y="1202208"/>
            <a:chExt cx="2632899" cy="904617"/>
          </a:xfrm>
        </p:grpSpPr>
        <p:sp>
          <p:nvSpPr>
            <p:cNvPr id="1121" name="Google Shape;1121;p142"/>
            <p:cNvSpPr/>
            <p:nvPr/>
          </p:nvSpPr>
          <p:spPr>
            <a:xfrm>
              <a:off x="3253950" y="1202325"/>
              <a:ext cx="2632800" cy="904500"/>
            </a:xfrm>
            <a:prstGeom prst="snip1Rect">
              <a:avLst>
                <a:gd fmla="val 35102"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1122" name="Google Shape;1122;p142"/>
            <p:cNvSpPr/>
            <p:nvPr/>
          </p:nvSpPr>
          <p:spPr>
            <a:xfrm rot="-6523">
              <a:off x="5570649"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1123" name="Google Shape;1123;p142"/>
          <p:cNvSpPr txBox="1"/>
          <p:nvPr>
            <p:ph idx="1" type="subTitle"/>
          </p:nvPr>
        </p:nvSpPr>
        <p:spPr>
          <a:xfrm>
            <a:off x="3257163" y="1202200"/>
            <a:ext cx="2322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1124" name="Google Shape;1124;p142"/>
          <p:cNvSpPr txBox="1"/>
          <p:nvPr>
            <p:ph idx="2" type="body"/>
          </p:nvPr>
        </p:nvSpPr>
        <p:spPr>
          <a:xfrm>
            <a:off x="3257163" y="1460325"/>
            <a:ext cx="26328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1125" name="Google Shape;1125;p142"/>
          <p:cNvSpPr/>
          <p:nvPr>
            <p:ph idx="3" type="pic"/>
          </p:nvPr>
        </p:nvSpPr>
        <p:spPr>
          <a:xfrm>
            <a:off x="434125" y="2147825"/>
            <a:ext cx="8275200" cy="2679300"/>
          </a:xfrm>
          <a:prstGeom prst="snip1Rect">
            <a:avLst>
              <a:gd fmla="val 29467" name="adj"/>
            </a:avLst>
          </a:prstGeom>
          <a:noFill/>
          <a:ln>
            <a:noFill/>
          </a:ln>
        </p:spPr>
      </p:sp>
      <p:sp>
        <p:nvSpPr>
          <p:cNvPr id="1126" name="Google Shape;1126;p142"/>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27" name="Google Shape;1127;p142"/>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8" name="Google Shape;1128;p142"/>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129" name="Google Shape;1129;p142"/>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right, long text">
  <p:cSld name="ONE_COLUMN_TEXT_1_1">
    <p:bg>
      <p:bgPr>
        <a:solidFill>
          <a:schemeClr val="lt1"/>
        </a:solidFill>
      </p:bgPr>
    </p:bg>
    <p:spTree>
      <p:nvGrpSpPr>
        <p:cNvPr id="1130" name="Shape 1130"/>
        <p:cNvGrpSpPr/>
        <p:nvPr/>
      </p:nvGrpSpPr>
      <p:grpSpPr>
        <a:xfrm>
          <a:off x="0" y="0"/>
          <a:ext cx="0" cy="0"/>
          <a:chOff x="0" y="0"/>
          <a:chExt cx="0" cy="0"/>
        </a:xfrm>
      </p:grpSpPr>
      <p:sp>
        <p:nvSpPr>
          <p:cNvPr id="1131" name="Google Shape;1131;p143"/>
          <p:cNvSpPr/>
          <p:nvPr/>
        </p:nvSpPr>
        <p:spPr>
          <a:xfrm>
            <a:off x="3253825" y="1202325"/>
            <a:ext cx="5453100" cy="904500"/>
          </a:xfrm>
          <a:prstGeom prst="snip1Rect">
            <a:avLst>
              <a:gd fmla="val 35019"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1132" name="Google Shape;1132;p143"/>
          <p:cNvSpPr txBox="1"/>
          <p:nvPr>
            <p:ph idx="1" type="subTitle"/>
          </p:nvPr>
        </p:nvSpPr>
        <p:spPr>
          <a:xfrm>
            <a:off x="3253950" y="1202200"/>
            <a:ext cx="5136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1133" name="Google Shape;1133;p143"/>
          <p:cNvSpPr/>
          <p:nvPr>
            <p:ph idx="2" type="pic"/>
          </p:nvPr>
        </p:nvSpPr>
        <p:spPr>
          <a:xfrm>
            <a:off x="434125" y="2147825"/>
            <a:ext cx="8275200" cy="2679300"/>
          </a:xfrm>
          <a:prstGeom prst="snip1Rect">
            <a:avLst>
              <a:gd fmla="val 29467" name="adj"/>
            </a:avLst>
          </a:prstGeom>
          <a:noFill/>
          <a:ln>
            <a:noFill/>
          </a:ln>
        </p:spPr>
      </p:sp>
      <p:sp>
        <p:nvSpPr>
          <p:cNvPr id="1134" name="Google Shape;1134;p143"/>
          <p:cNvSpPr txBox="1"/>
          <p:nvPr>
            <p:ph idx="3" type="body"/>
          </p:nvPr>
        </p:nvSpPr>
        <p:spPr>
          <a:xfrm>
            <a:off x="3253950" y="1460325"/>
            <a:ext cx="54531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1135" name="Google Shape;1135;p143"/>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36" name="Google Shape;1136;p143"/>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7" name="Google Shape;1137;p143"/>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138" name="Google Shape;1138;p143"/>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139" name="Google Shape;1139;p143"/>
          <p:cNvSpPr/>
          <p:nvPr/>
        </p:nvSpPr>
        <p:spPr>
          <a:xfrm rot="-6523">
            <a:off x="8390811"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Tight"/>
                <a:ea typeface="Inter Tight"/>
                <a:cs typeface="Inter Tight"/>
                <a:sym typeface="Inter Tight"/>
              </a:rPr>
              <a:t> </a:t>
            </a:r>
            <a:endParaRPr>
              <a:solidFill>
                <a:schemeClr val="dk1"/>
              </a:solidFill>
              <a:latin typeface="Inter Tight"/>
              <a:ea typeface="Inter Tight"/>
              <a:cs typeface="Inter Tight"/>
              <a:sym typeface="Inter Tight"/>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
    <p:bg>
      <p:bgPr>
        <a:solidFill>
          <a:schemeClr val="lt1"/>
        </a:solidFill>
      </p:bgPr>
    </p:bg>
    <p:spTree>
      <p:nvGrpSpPr>
        <p:cNvPr id="1140" name="Shape 1140"/>
        <p:cNvGrpSpPr/>
        <p:nvPr/>
      </p:nvGrpSpPr>
      <p:grpSpPr>
        <a:xfrm>
          <a:off x="0" y="0"/>
          <a:ext cx="0" cy="0"/>
          <a:chOff x="0" y="0"/>
          <a:chExt cx="0" cy="0"/>
        </a:xfrm>
      </p:grpSpPr>
      <p:grpSp>
        <p:nvGrpSpPr>
          <p:cNvPr id="1141" name="Google Shape;1141;p144"/>
          <p:cNvGrpSpPr/>
          <p:nvPr/>
        </p:nvGrpSpPr>
        <p:grpSpPr>
          <a:xfrm>
            <a:off x="0" y="-444900"/>
            <a:ext cx="9144000" cy="5588500"/>
            <a:chOff x="0" y="-444900"/>
            <a:chExt cx="9144000" cy="5588500"/>
          </a:xfrm>
        </p:grpSpPr>
        <p:grpSp>
          <p:nvGrpSpPr>
            <p:cNvPr id="1142" name="Google Shape;1142;p144"/>
            <p:cNvGrpSpPr/>
            <p:nvPr/>
          </p:nvGrpSpPr>
          <p:grpSpPr>
            <a:xfrm>
              <a:off x="0" y="100"/>
              <a:ext cx="9144000" cy="5143500"/>
              <a:chOff x="0" y="100"/>
              <a:chExt cx="9144000" cy="5143500"/>
            </a:xfrm>
          </p:grpSpPr>
          <p:sp>
            <p:nvSpPr>
              <p:cNvPr id="1143" name="Google Shape;1143;p144"/>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1144" name="Google Shape;1144;p144"/>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grpSp>
        <p:sp>
          <p:nvSpPr>
            <p:cNvPr id="1145" name="Google Shape;1145;p144"/>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1146" name="Google Shape;1146;p144"/>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47" name="Google Shape;1147;p144"/>
          <p:cNvSpPr txBox="1"/>
          <p:nvPr>
            <p:ph type="title"/>
          </p:nvPr>
        </p:nvSpPr>
        <p:spPr>
          <a:xfrm>
            <a:off x="2479675" y="1637413"/>
            <a:ext cx="4184700" cy="572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148" name="Google Shape;1148;p144"/>
          <p:cNvSpPr txBox="1"/>
          <p:nvPr>
            <p:ph idx="1" type="body"/>
          </p:nvPr>
        </p:nvSpPr>
        <p:spPr>
          <a:xfrm>
            <a:off x="2479675" y="2291377"/>
            <a:ext cx="4184700" cy="2288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1149" name="Google Shape;1149;p144"/>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1150" name="Google Shape;1150;p144"/>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2">
  <p:cSld name="MAIN_POINT">
    <p:bg>
      <p:bgPr>
        <a:solidFill>
          <a:schemeClr val="lt1"/>
        </a:solidFill>
      </p:bgPr>
    </p:bg>
    <p:spTree>
      <p:nvGrpSpPr>
        <p:cNvPr id="1151" name="Shape 1151"/>
        <p:cNvGrpSpPr/>
        <p:nvPr/>
      </p:nvGrpSpPr>
      <p:grpSpPr>
        <a:xfrm>
          <a:off x="0" y="0"/>
          <a:ext cx="0" cy="0"/>
          <a:chOff x="0" y="0"/>
          <a:chExt cx="0" cy="0"/>
        </a:xfrm>
      </p:grpSpPr>
      <p:sp>
        <p:nvSpPr>
          <p:cNvPr id="1152" name="Google Shape;1152;p145"/>
          <p:cNvSpPr/>
          <p:nvPr>
            <p:ph idx="2" type="pic"/>
          </p:nvPr>
        </p:nvSpPr>
        <p:spPr>
          <a:xfrm rot="300107">
            <a:off x="4903200" y="846465"/>
            <a:ext cx="3950142" cy="3456249"/>
          </a:xfrm>
          <a:prstGeom prst="snip1Rect">
            <a:avLst>
              <a:gd fmla="val 16667" name="adj"/>
            </a:avLst>
          </a:prstGeom>
          <a:noFill/>
          <a:ln>
            <a:noFill/>
          </a:ln>
        </p:spPr>
      </p:sp>
      <p:sp>
        <p:nvSpPr>
          <p:cNvPr id="1153" name="Google Shape;1153;p145"/>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54" name="Google Shape;1154;p145"/>
          <p:cNvSpPr txBox="1"/>
          <p:nvPr>
            <p:ph type="title"/>
          </p:nvPr>
        </p:nvSpPr>
        <p:spPr>
          <a:xfrm>
            <a:off x="333925" y="124953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55" name="Google Shape;1155;p145"/>
          <p:cNvSpPr txBox="1"/>
          <p:nvPr>
            <p:ph idx="1" type="body"/>
          </p:nvPr>
        </p:nvSpPr>
        <p:spPr>
          <a:xfrm>
            <a:off x="333925" y="2291390"/>
            <a:ext cx="3662100" cy="1493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156" name="Google Shape;1156;p145"/>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157" name="Google Shape;1157;p145"/>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3">
  <p:cSld name="MAIN_POINT_1">
    <p:bg>
      <p:bgPr>
        <a:solidFill>
          <a:schemeClr val="lt1"/>
        </a:solidFill>
      </p:bgPr>
    </p:bg>
    <p:spTree>
      <p:nvGrpSpPr>
        <p:cNvPr id="1158" name="Shape 1158"/>
        <p:cNvGrpSpPr/>
        <p:nvPr/>
      </p:nvGrpSpPr>
      <p:grpSpPr>
        <a:xfrm>
          <a:off x="0" y="0"/>
          <a:ext cx="0" cy="0"/>
          <a:chOff x="0" y="0"/>
          <a:chExt cx="0" cy="0"/>
        </a:xfrm>
      </p:grpSpPr>
      <p:sp>
        <p:nvSpPr>
          <p:cNvPr id="1159" name="Google Shape;1159;p146"/>
          <p:cNvSpPr/>
          <p:nvPr>
            <p:ph idx="2" type="pic"/>
          </p:nvPr>
        </p:nvSpPr>
        <p:spPr>
          <a:xfrm rot="-300067">
            <a:off x="550589" y="883785"/>
            <a:ext cx="3630622" cy="3658027"/>
          </a:xfrm>
          <a:prstGeom prst="snip1Rect">
            <a:avLst>
              <a:gd fmla="val 16667" name="adj"/>
            </a:avLst>
          </a:prstGeom>
          <a:noFill/>
          <a:ln>
            <a:noFill/>
          </a:ln>
        </p:spPr>
      </p:sp>
      <p:sp>
        <p:nvSpPr>
          <p:cNvPr id="1160" name="Google Shape;1160;p146"/>
          <p:cNvSpPr txBox="1"/>
          <p:nvPr>
            <p:ph idx="12" type="sldNum"/>
          </p:nvPr>
        </p:nvSpPr>
        <p:spPr>
          <a:xfrm>
            <a:off x="8318025" y="205550"/>
            <a:ext cx="548700" cy="3936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61" name="Google Shape;1161;p146"/>
          <p:cNvSpPr txBox="1"/>
          <p:nvPr>
            <p:ph type="title"/>
          </p:nvPr>
        </p:nvSpPr>
        <p:spPr>
          <a:xfrm>
            <a:off x="5204625" y="124953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2" name="Google Shape;1162;p146"/>
          <p:cNvSpPr txBox="1"/>
          <p:nvPr>
            <p:ph idx="1" type="body"/>
          </p:nvPr>
        </p:nvSpPr>
        <p:spPr>
          <a:xfrm>
            <a:off x="5204625" y="2291390"/>
            <a:ext cx="3662100" cy="1493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163" name="Google Shape;1163;p146"/>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164" name="Google Shape;1164;p146"/>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descriptions">
  <p:cSld name="SECTION_TITLE_AND_DESCRIPTION">
    <p:bg>
      <p:bgPr>
        <a:solidFill>
          <a:schemeClr val="lt1"/>
        </a:solidFill>
      </p:bgPr>
    </p:bg>
    <p:spTree>
      <p:nvGrpSpPr>
        <p:cNvPr id="1165" name="Shape 1165"/>
        <p:cNvGrpSpPr/>
        <p:nvPr/>
      </p:nvGrpSpPr>
      <p:grpSpPr>
        <a:xfrm>
          <a:off x="0" y="0"/>
          <a:ext cx="0" cy="0"/>
          <a:chOff x="0" y="0"/>
          <a:chExt cx="0" cy="0"/>
        </a:xfrm>
      </p:grpSpPr>
      <p:sp>
        <p:nvSpPr>
          <p:cNvPr id="1166" name="Google Shape;1166;p147"/>
          <p:cNvSpPr/>
          <p:nvPr>
            <p:ph idx="2" type="pic"/>
          </p:nvPr>
        </p:nvSpPr>
        <p:spPr>
          <a:xfrm>
            <a:off x="3544863" y="1543050"/>
            <a:ext cx="2057400" cy="2057400"/>
          </a:xfrm>
          <a:prstGeom prst="snip1Rect">
            <a:avLst>
              <a:gd fmla="val 24426" name="adj"/>
            </a:avLst>
          </a:prstGeom>
          <a:noFill/>
          <a:ln>
            <a:noFill/>
          </a:ln>
        </p:spPr>
      </p:sp>
      <p:sp>
        <p:nvSpPr>
          <p:cNvPr id="1167" name="Google Shape;1167;p147"/>
          <p:cNvSpPr/>
          <p:nvPr>
            <p:ph idx="3" type="pic"/>
          </p:nvPr>
        </p:nvSpPr>
        <p:spPr>
          <a:xfrm>
            <a:off x="6658538" y="1543050"/>
            <a:ext cx="2057400" cy="2057400"/>
          </a:xfrm>
          <a:prstGeom prst="snip1Rect">
            <a:avLst>
              <a:gd fmla="val 24426" name="adj"/>
            </a:avLst>
          </a:prstGeom>
          <a:noFill/>
          <a:ln>
            <a:noFill/>
          </a:ln>
        </p:spPr>
      </p:sp>
      <p:sp>
        <p:nvSpPr>
          <p:cNvPr id="1168" name="Google Shape;1168;p147"/>
          <p:cNvSpPr/>
          <p:nvPr>
            <p:ph idx="4" type="pic"/>
          </p:nvPr>
        </p:nvSpPr>
        <p:spPr>
          <a:xfrm>
            <a:off x="431200" y="1543050"/>
            <a:ext cx="2057400" cy="2057400"/>
          </a:xfrm>
          <a:prstGeom prst="snip1Rect">
            <a:avLst>
              <a:gd fmla="val 24426" name="adj"/>
            </a:avLst>
          </a:prstGeom>
          <a:noFill/>
          <a:ln>
            <a:noFill/>
          </a:ln>
        </p:spPr>
      </p:sp>
      <p:sp>
        <p:nvSpPr>
          <p:cNvPr id="1169" name="Google Shape;1169;p147"/>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70" name="Google Shape;1170;p147"/>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71" name="Google Shape;1171;p147"/>
          <p:cNvSpPr txBox="1"/>
          <p:nvPr>
            <p:ph idx="1" type="subTitle"/>
          </p:nvPr>
        </p:nvSpPr>
        <p:spPr>
          <a:xfrm>
            <a:off x="381100"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172" name="Google Shape;1172;p147"/>
          <p:cNvSpPr txBox="1"/>
          <p:nvPr>
            <p:ph idx="5" type="subTitle"/>
          </p:nvPr>
        </p:nvSpPr>
        <p:spPr>
          <a:xfrm>
            <a:off x="3494775"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173" name="Google Shape;1173;p147"/>
          <p:cNvSpPr txBox="1"/>
          <p:nvPr>
            <p:ph idx="6" type="subTitle"/>
          </p:nvPr>
        </p:nvSpPr>
        <p:spPr>
          <a:xfrm>
            <a:off x="6608438"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174" name="Google Shape;1174;p147"/>
          <p:cNvSpPr txBox="1"/>
          <p:nvPr>
            <p:ph idx="7"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175" name="Google Shape;1175;p147"/>
          <p:cNvSpPr txBox="1"/>
          <p:nvPr>
            <p:ph idx="8"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wo column bullet points">
  <p:cSld name="CAPTION_ONLY">
    <p:bg>
      <p:bgPr>
        <a:solidFill>
          <a:schemeClr val="lt1"/>
        </a:solidFill>
      </p:bgPr>
    </p:bg>
    <p:spTree>
      <p:nvGrpSpPr>
        <p:cNvPr id="1176" name="Shape 1176"/>
        <p:cNvGrpSpPr/>
        <p:nvPr/>
      </p:nvGrpSpPr>
      <p:grpSpPr>
        <a:xfrm>
          <a:off x="0" y="0"/>
          <a:ext cx="0" cy="0"/>
          <a:chOff x="0" y="0"/>
          <a:chExt cx="0" cy="0"/>
        </a:xfrm>
      </p:grpSpPr>
      <p:grpSp>
        <p:nvGrpSpPr>
          <p:cNvPr id="1177" name="Google Shape;1177;p148"/>
          <p:cNvGrpSpPr/>
          <p:nvPr/>
        </p:nvGrpSpPr>
        <p:grpSpPr>
          <a:xfrm>
            <a:off x="0" y="-444900"/>
            <a:ext cx="9144000" cy="5588500"/>
            <a:chOff x="0" y="-444900"/>
            <a:chExt cx="9144000" cy="5588500"/>
          </a:xfrm>
        </p:grpSpPr>
        <p:grpSp>
          <p:nvGrpSpPr>
            <p:cNvPr id="1178" name="Google Shape;1178;p148"/>
            <p:cNvGrpSpPr/>
            <p:nvPr/>
          </p:nvGrpSpPr>
          <p:grpSpPr>
            <a:xfrm>
              <a:off x="0" y="100"/>
              <a:ext cx="9144000" cy="5143500"/>
              <a:chOff x="0" y="100"/>
              <a:chExt cx="9144000" cy="5143500"/>
            </a:xfrm>
          </p:grpSpPr>
          <p:sp>
            <p:nvSpPr>
              <p:cNvPr id="1179" name="Google Shape;1179;p148"/>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1180" name="Google Shape;1180;p148"/>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grpSp>
        <p:sp>
          <p:nvSpPr>
            <p:cNvPr id="1181" name="Google Shape;1181;p148"/>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1182" name="Google Shape;1182;p148"/>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3" name="Google Shape;1183;p148"/>
          <p:cNvSpPr txBox="1"/>
          <p:nvPr>
            <p:ph type="title"/>
          </p:nvPr>
        </p:nvSpPr>
        <p:spPr>
          <a:xfrm>
            <a:off x="333925" y="124951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184" name="Google Shape;1184;p148"/>
          <p:cNvSpPr txBox="1"/>
          <p:nvPr>
            <p:ph idx="1" type="body"/>
          </p:nvPr>
        </p:nvSpPr>
        <p:spPr>
          <a:xfrm>
            <a:off x="333925" y="2291377"/>
            <a:ext cx="3662100" cy="20283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1185" name="Google Shape;1185;p148"/>
          <p:cNvSpPr txBox="1"/>
          <p:nvPr>
            <p:ph idx="2" type="body"/>
          </p:nvPr>
        </p:nvSpPr>
        <p:spPr>
          <a:xfrm>
            <a:off x="4595076" y="2291377"/>
            <a:ext cx="3662100" cy="20283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1186" name="Google Shape;1186;p148"/>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1187" name="Google Shape;1187;p148"/>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eck for understanding">
  <p:cSld name="CAPTION_ONLY_1">
    <p:bg>
      <p:bgPr>
        <a:solidFill>
          <a:schemeClr val="lt1"/>
        </a:solidFill>
      </p:bgPr>
    </p:bg>
    <p:spTree>
      <p:nvGrpSpPr>
        <p:cNvPr id="1188" name="Shape 1188"/>
        <p:cNvGrpSpPr/>
        <p:nvPr/>
      </p:nvGrpSpPr>
      <p:grpSpPr>
        <a:xfrm>
          <a:off x="0" y="0"/>
          <a:ext cx="0" cy="0"/>
          <a:chOff x="0" y="0"/>
          <a:chExt cx="0" cy="0"/>
        </a:xfrm>
      </p:grpSpPr>
      <p:grpSp>
        <p:nvGrpSpPr>
          <p:cNvPr id="1189" name="Google Shape;1189;p149"/>
          <p:cNvGrpSpPr/>
          <p:nvPr/>
        </p:nvGrpSpPr>
        <p:grpSpPr>
          <a:xfrm>
            <a:off x="0" y="-444900"/>
            <a:ext cx="9144000" cy="5588500"/>
            <a:chOff x="0" y="-444900"/>
            <a:chExt cx="9144000" cy="5588500"/>
          </a:xfrm>
        </p:grpSpPr>
        <p:sp>
          <p:nvSpPr>
            <p:cNvPr id="1190" name="Google Shape;1190;p149"/>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1191" name="Google Shape;1191;p149"/>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1192" name="Google Shape;1192;p149"/>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1193" name="Google Shape;1193;p149"/>
          <p:cNvSpPr txBox="1"/>
          <p:nvPr>
            <p:ph idx="1" type="body"/>
          </p:nvPr>
        </p:nvSpPr>
        <p:spPr>
          <a:xfrm>
            <a:off x="333925" y="3630575"/>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1194" name="Google Shape;1194;p149"/>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5" name="Google Shape;1195;p149"/>
          <p:cNvSpPr txBox="1"/>
          <p:nvPr>
            <p:ph type="title"/>
          </p:nvPr>
        </p:nvSpPr>
        <p:spPr>
          <a:xfrm>
            <a:off x="333925" y="124951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196" name="Google Shape;1196;p149"/>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1197" name="Google Shape;1197;p149"/>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1198" name="Google Shape;1198;p149"/>
          <p:cNvSpPr txBox="1"/>
          <p:nvPr>
            <p:ph idx="4" type="body"/>
          </p:nvPr>
        </p:nvSpPr>
        <p:spPr>
          <a:xfrm>
            <a:off x="333925" y="3184176"/>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1199" name="Google Shape;1199;p149"/>
          <p:cNvSpPr txBox="1"/>
          <p:nvPr>
            <p:ph idx="5" type="body"/>
          </p:nvPr>
        </p:nvSpPr>
        <p:spPr>
          <a:xfrm>
            <a:off x="333925" y="2737776"/>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1200" name="Google Shape;1200;p149"/>
          <p:cNvSpPr txBox="1"/>
          <p:nvPr>
            <p:ph idx="6" type="body"/>
          </p:nvPr>
        </p:nvSpPr>
        <p:spPr>
          <a:xfrm>
            <a:off x="333925" y="2291377"/>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ype">
  <p:cSld name="BIG_NUMBER">
    <p:bg>
      <p:bgPr>
        <a:solidFill>
          <a:schemeClr val="lt2"/>
        </a:solidFill>
      </p:bgPr>
    </p:bg>
    <p:spTree>
      <p:nvGrpSpPr>
        <p:cNvPr id="1201" name="Shape 1201"/>
        <p:cNvGrpSpPr/>
        <p:nvPr/>
      </p:nvGrpSpPr>
      <p:grpSpPr>
        <a:xfrm>
          <a:off x="0" y="0"/>
          <a:ext cx="0" cy="0"/>
          <a:chOff x="0" y="0"/>
          <a:chExt cx="0" cy="0"/>
        </a:xfrm>
      </p:grpSpPr>
      <p:sp>
        <p:nvSpPr>
          <p:cNvPr id="1202" name="Google Shape;1202;p150"/>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203" name="Google Shape;1203;p150"/>
          <p:cNvSpPr txBox="1"/>
          <p:nvPr/>
        </p:nvSpPr>
        <p:spPr>
          <a:xfrm>
            <a:off x="2479675" y="2285400"/>
            <a:ext cx="4184700" cy="5727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lang="en" sz="2800">
                <a:solidFill>
                  <a:schemeClr val="lt1"/>
                </a:solidFill>
                <a:latin typeface="Inter Tight SemiBold"/>
                <a:ea typeface="Inter Tight SemiBold"/>
                <a:cs typeface="Inter Tight SemiBold"/>
                <a:sym typeface="Inter Tight SemiBold"/>
              </a:rPr>
              <a:t>Questions?</a:t>
            </a:r>
            <a:endParaRPr sz="2800">
              <a:solidFill>
                <a:schemeClr val="lt1"/>
              </a:solidFill>
              <a:latin typeface="Inter Tight SemiBold"/>
              <a:ea typeface="Inter Tight SemiBold"/>
              <a:cs typeface="Inter Tight SemiBold"/>
              <a:sym typeface="Inter Tight SemiBold"/>
            </a:endParaRPr>
          </a:p>
        </p:txBody>
      </p:sp>
      <p:grpSp>
        <p:nvGrpSpPr>
          <p:cNvPr id="1204" name="Google Shape;1204;p150"/>
          <p:cNvGrpSpPr/>
          <p:nvPr/>
        </p:nvGrpSpPr>
        <p:grpSpPr>
          <a:xfrm rot="300150">
            <a:off x="1277165" y="536719"/>
            <a:ext cx="6594752" cy="4068617"/>
            <a:chOff x="1277284" y="536521"/>
            <a:chExt cx="6594691" cy="4068580"/>
          </a:xfrm>
        </p:grpSpPr>
        <p:grpSp>
          <p:nvGrpSpPr>
            <p:cNvPr id="1205" name="Google Shape;1205;p150"/>
            <p:cNvGrpSpPr/>
            <p:nvPr/>
          </p:nvGrpSpPr>
          <p:grpSpPr>
            <a:xfrm>
              <a:off x="1277284" y="891662"/>
              <a:ext cx="6594077" cy="3357715"/>
              <a:chOff x="1277284" y="891662"/>
              <a:chExt cx="6594077" cy="3357715"/>
            </a:xfrm>
          </p:grpSpPr>
          <p:sp>
            <p:nvSpPr>
              <p:cNvPr id="1206" name="Google Shape;1206;p150"/>
              <p:cNvSpPr/>
              <p:nvPr/>
            </p:nvSpPr>
            <p:spPr>
              <a:xfrm rot="-2190">
                <a:off x="6458566" y="1876325"/>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207" name="Google Shape;1207;p150"/>
              <p:cNvSpPr/>
              <p:nvPr/>
            </p:nvSpPr>
            <p:spPr>
              <a:xfrm flipH="1" rot="-2453">
                <a:off x="1277283" y="893727"/>
                <a:ext cx="4625401" cy="3354000"/>
              </a:xfrm>
              <a:prstGeom prst="snip1Rect">
                <a:avLst>
                  <a:gd fmla="val 4969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1208" name="Google Shape;1208;p150"/>
              <p:cNvSpPr/>
              <p:nvPr/>
            </p:nvSpPr>
            <p:spPr>
              <a:xfrm flipH="1" rot="10797547">
                <a:off x="3245660" y="893312"/>
                <a:ext cx="4625701" cy="3354000"/>
              </a:xfrm>
              <a:prstGeom prst="snip1Rect">
                <a:avLst>
                  <a:gd fmla="val 4966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1209" name="Google Shape;1209;p150"/>
              <p:cNvSpPr/>
              <p:nvPr/>
            </p:nvSpPr>
            <p:spPr>
              <a:xfrm rot="-2190">
                <a:off x="1277395" y="1877958"/>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sp>
          <p:nvSpPr>
            <p:cNvPr id="1210" name="Google Shape;1210;p150"/>
            <p:cNvSpPr/>
            <p:nvPr/>
          </p:nvSpPr>
          <p:spPr>
            <a:xfrm rot="-4517241">
              <a:off x="1416960" y="705331"/>
              <a:ext cx="1386770" cy="13615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sp>
          <p:nvSpPr>
            <p:cNvPr id="1211" name="Google Shape;1211;p150"/>
            <p:cNvSpPr/>
            <p:nvPr/>
          </p:nvSpPr>
          <p:spPr>
            <a:xfrm rot="6281922">
              <a:off x="6346470" y="3074659"/>
              <a:ext cx="1384510" cy="1363185"/>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grpSp>
      <p:sp>
        <p:nvSpPr>
          <p:cNvPr id="1212" name="Google Shape;1212;p150"/>
          <p:cNvSpPr txBox="1"/>
          <p:nvPr>
            <p:ph type="title"/>
          </p:nvPr>
        </p:nvSpPr>
        <p:spPr>
          <a:xfrm>
            <a:off x="2479675" y="2285400"/>
            <a:ext cx="41847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13" name="Google Shape;1213;p150"/>
          <p:cNvSpPr txBox="1"/>
          <p:nvPr>
            <p:ph idx="1"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1214" name="Google Shape;1214;p150"/>
          <p:cNvSpPr txBox="1"/>
          <p:nvPr>
            <p:ph idx="2"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type="blank">
  <p:cSld name="BLANK">
    <p:bg>
      <p:bgPr>
        <a:solidFill>
          <a:schemeClr val="lt1"/>
        </a:solidFill>
      </p:bgPr>
    </p:bg>
    <p:spTree>
      <p:nvGrpSpPr>
        <p:cNvPr id="1215" name="Shape 1215"/>
        <p:cNvGrpSpPr/>
        <p:nvPr/>
      </p:nvGrpSpPr>
      <p:grpSpPr>
        <a:xfrm>
          <a:off x="0" y="0"/>
          <a:ext cx="0" cy="0"/>
          <a:chOff x="0" y="0"/>
          <a:chExt cx="0" cy="0"/>
        </a:xfrm>
      </p:grpSpPr>
      <p:sp>
        <p:nvSpPr>
          <p:cNvPr id="1216" name="Google Shape;1216;p151"/>
          <p:cNvSpPr txBox="1"/>
          <p:nvPr>
            <p:ph idx="12" type="sldNum"/>
          </p:nvPr>
        </p:nvSpPr>
        <p:spPr>
          <a:xfrm>
            <a:off x="8318025" y="205550"/>
            <a:ext cx="548700" cy="3936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7" name="Google Shape;1217;p151"/>
          <p:cNvSpPr txBox="1"/>
          <p:nvPr>
            <p:ph idx="1"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218" name="Google Shape;1218;p151"/>
          <p:cNvSpPr txBox="1"/>
          <p:nvPr>
            <p:ph idx="2"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5.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96.xml"/><Relationship Id="rId42" Type="http://schemas.openxmlformats.org/officeDocument/2006/relationships/slideLayout" Target="../slideLayouts/slideLayout98.xml"/><Relationship Id="rId41" Type="http://schemas.openxmlformats.org/officeDocument/2006/relationships/slideLayout" Target="../slideLayouts/slideLayout97.xml"/><Relationship Id="rId44" Type="http://schemas.openxmlformats.org/officeDocument/2006/relationships/slideLayout" Target="../slideLayouts/slideLayout100.xml"/><Relationship Id="rId43" Type="http://schemas.openxmlformats.org/officeDocument/2006/relationships/slideLayout" Target="../slideLayouts/slideLayout99.xml"/><Relationship Id="rId46" Type="http://schemas.openxmlformats.org/officeDocument/2006/relationships/slideLayout" Target="../slideLayouts/slideLayout102.xml"/><Relationship Id="rId45" Type="http://schemas.openxmlformats.org/officeDocument/2006/relationships/slideLayout" Target="../slideLayouts/slideLayout101.xml"/><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48" Type="http://schemas.openxmlformats.org/officeDocument/2006/relationships/slideLayout" Target="../slideLayouts/slideLayout104.xml"/><Relationship Id="rId47" Type="http://schemas.openxmlformats.org/officeDocument/2006/relationships/slideLayout" Target="../slideLayouts/slideLayout103.xml"/><Relationship Id="rId49" Type="http://schemas.openxmlformats.org/officeDocument/2006/relationships/slideLayout" Target="../slideLayouts/slideLayout105.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31" Type="http://schemas.openxmlformats.org/officeDocument/2006/relationships/slideLayout" Target="../slideLayouts/slideLayout87.xml"/><Relationship Id="rId30" Type="http://schemas.openxmlformats.org/officeDocument/2006/relationships/slideLayout" Target="../slideLayouts/slideLayout86.xml"/><Relationship Id="rId33" Type="http://schemas.openxmlformats.org/officeDocument/2006/relationships/slideLayout" Target="../slideLayouts/slideLayout89.xml"/><Relationship Id="rId32" Type="http://schemas.openxmlformats.org/officeDocument/2006/relationships/slideLayout" Target="../slideLayouts/slideLayout88.xml"/><Relationship Id="rId35" Type="http://schemas.openxmlformats.org/officeDocument/2006/relationships/slideLayout" Target="../slideLayouts/slideLayout91.xml"/><Relationship Id="rId34" Type="http://schemas.openxmlformats.org/officeDocument/2006/relationships/slideLayout" Target="../slideLayouts/slideLayout90.xml"/><Relationship Id="rId37" Type="http://schemas.openxmlformats.org/officeDocument/2006/relationships/slideLayout" Target="../slideLayouts/slideLayout93.xml"/><Relationship Id="rId36" Type="http://schemas.openxmlformats.org/officeDocument/2006/relationships/slideLayout" Target="../slideLayouts/slideLayout92.xml"/><Relationship Id="rId39" Type="http://schemas.openxmlformats.org/officeDocument/2006/relationships/slideLayout" Target="../slideLayouts/slideLayout95.xml"/><Relationship Id="rId38" Type="http://schemas.openxmlformats.org/officeDocument/2006/relationships/slideLayout" Target="../slideLayouts/slideLayout94.xml"/><Relationship Id="rId20" Type="http://schemas.openxmlformats.org/officeDocument/2006/relationships/slideLayout" Target="../slideLayouts/slideLayout76.xml"/><Relationship Id="rId22" Type="http://schemas.openxmlformats.org/officeDocument/2006/relationships/slideLayout" Target="../slideLayouts/slideLayout78.xml"/><Relationship Id="rId21" Type="http://schemas.openxmlformats.org/officeDocument/2006/relationships/slideLayout" Target="../slideLayouts/slideLayout77.xml"/><Relationship Id="rId24" Type="http://schemas.openxmlformats.org/officeDocument/2006/relationships/slideLayout" Target="../slideLayouts/slideLayout80.xml"/><Relationship Id="rId23" Type="http://schemas.openxmlformats.org/officeDocument/2006/relationships/slideLayout" Target="../slideLayouts/slideLayout79.xml"/><Relationship Id="rId26" Type="http://schemas.openxmlformats.org/officeDocument/2006/relationships/slideLayout" Target="../slideLayouts/slideLayout82.xml"/><Relationship Id="rId25" Type="http://schemas.openxmlformats.org/officeDocument/2006/relationships/slideLayout" Target="../slideLayouts/slideLayout81.xml"/><Relationship Id="rId28" Type="http://schemas.openxmlformats.org/officeDocument/2006/relationships/slideLayout" Target="../slideLayouts/slideLayout84.xml"/><Relationship Id="rId27" Type="http://schemas.openxmlformats.org/officeDocument/2006/relationships/slideLayout" Target="../slideLayouts/slideLayout83.xml"/><Relationship Id="rId29" Type="http://schemas.openxmlformats.org/officeDocument/2006/relationships/slideLayout" Target="../slideLayouts/slideLayout85.xml"/><Relationship Id="rId51" Type="http://schemas.openxmlformats.org/officeDocument/2006/relationships/slideLayout" Target="../slideLayouts/slideLayout107.xml"/><Relationship Id="rId50" Type="http://schemas.openxmlformats.org/officeDocument/2006/relationships/slideLayout" Target="../slideLayouts/slideLayout106.xml"/><Relationship Id="rId53" Type="http://schemas.openxmlformats.org/officeDocument/2006/relationships/slideLayout" Target="../slideLayouts/slideLayout109.xml"/><Relationship Id="rId52" Type="http://schemas.openxmlformats.org/officeDocument/2006/relationships/slideLayout" Target="../slideLayouts/slideLayout108.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54" Type="http://schemas.openxmlformats.org/officeDocument/2006/relationships/theme" Target="../theme/theme1.xml"/><Relationship Id="rId13" Type="http://schemas.openxmlformats.org/officeDocument/2006/relationships/slideLayout" Target="../slideLayouts/slideLayout69.xml"/><Relationship Id="rId12" Type="http://schemas.openxmlformats.org/officeDocument/2006/relationships/slideLayout" Target="../slideLayouts/slideLayout68.xml"/><Relationship Id="rId15" Type="http://schemas.openxmlformats.org/officeDocument/2006/relationships/slideLayout" Target="../slideLayouts/slideLayout71.xml"/><Relationship Id="rId14" Type="http://schemas.openxmlformats.org/officeDocument/2006/relationships/slideLayout" Target="../slideLayouts/slideLayout70.xml"/><Relationship Id="rId17" Type="http://schemas.openxmlformats.org/officeDocument/2006/relationships/slideLayout" Target="../slideLayouts/slideLayout73.xml"/><Relationship Id="rId16" Type="http://schemas.openxmlformats.org/officeDocument/2006/relationships/slideLayout" Target="../slideLayouts/slideLayout72.xml"/><Relationship Id="rId19" Type="http://schemas.openxmlformats.org/officeDocument/2006/relationships/slideLayout" Target="../slideLayouts/slideLayout75.xml"/><Relationship Id="rId18" Type="http://schemas.openxmlformats.org/officeDocument/2006/relationships/slideLayout" Target="../slideLayouts/slideLayout7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slideLayout" Target="../slideLayouts/slideLayout111.xml"/><Relationship Id="rId3" Type="http://schemas.openxmlformats.org/officeDocument/2006/relationships/slideLayout" Target="../slideLayouts/slideLayout112.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5" Type="http://schemas.openxmlformats.org/officeDocument/2006/relationships/slideLayout" Target="../slideLayouts/slideLayout114.xml"/><Relationship Id="rId6" Type="http://schemas.openxmlformats.org/officeDocument/2006/relationships/slideLayout" Target="../slideLayouts/slideLayout115.xml"/><Relationship Id="rId7" Type="http://schemas.openxmlformats.org/officeDocument/2006/relationships/slideLayout" Target="../slideLayouts/slideLayout116.xml"/><Relationship Id="rId8" Type="http://schemas.openxmlformats.org/officeDocument/2006/relationships/slideLayout" Target="../slideLayouts/slideLayout117.xml"/><Relationship Id="rId31" Type="http://schemas.openxmlformats.org/officeDocument/2006/relationships/slideLayout" Target="../slideLayouts/slideLayout140.xml"/><Relationship Id="rId30" Type="http://schemas.openxmlformats.org/officeDocument/2006/relationships/slideLayout" Target="../slideLayouts/slideLayout139.xml"/><Relationship Id="rId33" Type="http://schemas.openxmlformats.org/officeDocument/2006/relationships/slideLayout" Target="../slideLayouts/slideLayout142.xml"/><Relationship Id="rId32" Type="http://schemas.openxmlformats.org/officeDocument/2006/relationships/slideLayout" Target="../slideLayouts/slideLayout141.xml"/><Relationship Id="rId35" Type="http://schemas.openxmlformats.org/officeDocument/2006/relationships/slideLayout" Target="../slideLayouts/slideLayout144.xml"/><Relationship Id="rId34" Type="http://schemas.openxmlformats.org/officeDocument/2006/relationships/slideLayout" Target="../slideLayouts/slideLayout143.xml"/><Relationship Id="rId37" Type="http://schemas.openxmlformats.org/officeDocument/2006/relationships/slideLayout" Target="../slideLayouts/slideLayout146.xml"/><Relationship Id="rId36" Type="http://schemas.openxmlformats.org/officeDocument/2006/relationships/slideLayout" Target="../slideLayouts/slideLayout145.xml"/><Relationship Id="rId39" Type="http://schemas.openxmlformats.org/officeDocument/2006/relationships/theme" Target="../theme/theme4.xml"/><Relationship Id="rId38" Type="http://schemas.openxmlformats.org/officeDocument/2006/relationships/slideLayout" Target="../slideLayouts/slideLayout147.xml"/><Relationship Id="rId20" Type="http://schemas.openxmlformats.org/officeDocument/2006/relationships/slideLayout" Target="../slideLayouts/slideLayout129.xml"/><Relationship Id="rId22" Type="http://schemas.openxmlformats.org/officeDocument/2006/relationships/slideLayout" Target="../slideLayouts/slideLayout131.xml"/><Relationship Id="rId21" Type="http://schemas.openxmlformats.org/officeDocument/2006/relationships/slideLayout" Target="../slideLayouts/slideLayout130.xml"/><Relationship Id="rId24" Type="http://schemas.openxmlformats.org/officeDocument/2006/relationships/slideLayout" Target="../slideLayouts/slideLayout133.xml"/><Relationship Id="rId23" Type="http://schemas.openxmlformats.org/officeDocument/2006/relationships/slideLayout" Target="../slideLayouts/slideLayout132.xml"/><Relationship Id="rId26" Type="http://schemas.openxmlformats.org/officeDocument/2006/relationships/slideLayout" Target="../slideLayouts/slideLayout135.xml"/><Relationship Id="rId25" Type="http://schemas.openxmlformats.org/officeDocument/2006/relationships/slideLayout" Target="../slideLayouts/slideLayout134.xml"/><Relationship Id="rId28" Type="http://schemas.openxmlformats.org/officeDocument/2006/relationships/slideLayout" Target="../slideLayouts/slideLayout137.xml"/><Relationship Id="rId27" Type="http://schemas.openxmlformats.org/officeDocument/2006/relationships/slideLayout" Target="../slideLayouts/slideLayout136.xml"/><Relationship Id="rId29" Type="http://schemas.openxmlformats.org/officeDocument/2006/relationships/slideLayout" Target="../slideLayouts/slideLayout138.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7" Type="http://schemas.openxmlformats.org/officeDocument/2006/relationships/slideLayout" Target="../slideLayouts/slideLayout126.xml"/><Relationship Id="rId16" Type="http://schemas.openxmlformats.org/officeDocument/2006/relationships/slideLayout" Target="../slideLayouts/slideLayout125.xml"/><Relationship Id="rId19" Type="http://schemas.openxmlformats.org/officeDocument/2006/relationships/slideLayout" Target="../slideLayouts/slideLayout128.xml"/><Relationship Id="rId18" Type="http://schemas.openxmlformats.org/officeDocument/2006/relationships/slideLayout" Target="../slideLayouts/slideLayout1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546400" y="679825"/>
            <a:ext cx="5254800" cy="851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Font typeface="Work Sans Medium"/>
              <a:buNone/>
              <a:defRPr sz="2400">
                <a:solidFill>
                  <a:schemeClr val="dk1"/>
                </a:solidFill>
                <a:latin typeface="Work Sans Medium"/>
                <a:ea typeface="Work Sans Medium"/>
                <a:cs typeface="Work Sans Medium"/>
                <a:sym typeface="Work Sans Medium"/>
              </a:defRPr>
            </a:lvl1pPr>
            <a:lvl2pPr lvl="1">
              <a:spcBef>
                <a:spcPts val="0"/>
              </a:spcBef>
              <a:spcAft>
                <a:spcPts val="0"/>
              </a:spcAft>
              <a:buSzPts val="1400"/>
              <a:buFont typeface="Work Sans"/>
              <a:buNone/>
              <a:defRPr>
                <a:latin typeface="Work Sans"/>
                <a:ea typeface="Work Sans"/>
                <a:cs typeface="Work Sans"/>
                <a:sym typeface="Work Sans"/>
              </a:defRPr>
            </a:lvl2pPr>
            <a:lvl3pPr lvl="2">
              <a:spcBef>
                <a:spcPts val="0"/>
              </a:spcBef>
              <a:spcAft>
                <a:spcPts val="0"/>
              </a:spcAft>
              <a:buSzPts val="1400"/>
              <a:buFont typeface="Work Sans"/>
              <a:buNone/>
              <a:defRPr>
                <a:latin typeface="Work Sans"/>
                <a:ea typeface="Work Sans"/>
                <a:cs typeface="Work Sans"/>
                <a:sym typeface="Work Sans"/>
              </a:defRPr>
            </a:lvl3pPr>
            <a:lvl4pPr lvl="3">
              <a:spcBef>
                <a:spcPts val="0"/>
              </a:spcBef>
              <a:spcAft>
                <a:spcPts val="0"/>
              </a:spcAft>
              <a:buSzPts val="1400"/>
              <a:buFont typeface="Work Sans"/>
              <a:buNone/>
              <a:defRPr>
                <a:latin typeface="Work Sans"/>
                <a:ea typeface="Work Sans"/>
                <a:cs typeface="Work Sans"/>
                <a:sym typeface="Work Sans"/>
              </a:defRPr>
            </a:lvl4pPr>
            <a:lvl5pPr lvl="4">
              <a:spcBef>
                <a:spcPts val="0"/>
              </a:spcBef>
              <a:spcAft>
                <a:spcPts val="0"/>
              </a:spcAft>
              <a:buSzPts val="1400"/>
              <a:buFont typeface="Work Sans"/>
              <a:buNone/>
              <a:defRPr>
                <a:latin typeface="Work Sans"/>
                <a:ea typeface="Work Sans"/>
                <a:cs typeface="Work Sans"/>
                <a:sym typeface="Work Sans"/>
              </a:defRPr>
            </a:lvl5pPr>
            <a:lvl6pPr lvl="5">
              <a:spcBef>
                <a:spcPts val="0"/>
              </a:spcBef>
              <a:spcAft>
                <a:spcPts val="0"/>
              </a:spcAft>
              <a:buSzPts val="1400"/>
              <a:buFont typeface="Work Sans"/>
              <a:buNone/>
              <a:defRPr>
                <a:latin typeface="Work Sans"/>
                <a:ea typeface="Work Sans"/>
                <a:cs typeface="Work Sans"/>
                <a:sym typeface="Work Sans"/>
              </a:defRPr>
            </a:lvl6pPr>
            <a:lvl7pPr lvl="6">
              <a:spcBef>
                <a:spcPts val="0"/>
              </a:spcBef>
              <a:spcAft>
                <a:spcPts val="0"/>
              </a:spcAft>
              <a:buSzPts val="1400"/>
              <a:buFont typeface="Work Sans"/>
              <a:buNone/>
              <a:defRPr>
                <a:latin typeface="Work Sans"/>
                <a:ea typeface="Work Sans"/>
                <a:cs typeface="Work Sans"/>
                <a:sym typeface="Work Sans"/>
              </a:defRPr>
            </a:lvl7pPr>
            <a:lvl8pPr lvl="7">
              <a:spcBef>
                <a:spcPts val="0"/>
              </a:spcBef>
              <a:spcAft>
                <a:spcPts val="0"/>
              </a:spcAft>
              <a:buSzPts val="1400"/>
              <a:buFont typeface="Work Sans"/>
              <a:buNone/>
              <a:defRPr>
                <a:latin typeface="Work Sans"/>
                <a:ea typeface="Work Sans"/>
                <a:cs typeface="Work Sans"/>
                <a:sym typeface="Work Sans"/>
              </a:defRPr>
            </a:lvl8pPr>
            <a:lvl9pPr lvl="8">
              <a:spcBef>
                <a:spcPts val="0"/>
              </a:spcBef>
              <a:spcAft>
                <a:spcPts val="0"/>
              </a:spcAft>
              <a:buSzPts val="1400"/>
              <a:buFont typeface="Work Sans"/>
              <a:buNone/>
              <a:defRPr>
                <a:latin typeface="Work Sans"/>
                <a:ea typeface="Work Sans"/>
                <a:cs typeface="Work Sans"/>
                <a:sym typeface="Work Sans"/>
              </a:defRPr>
            </a:lvl9pPr>
          </a:lstStyle>
          <a:p/>
        </p:txBody>
      </p:sp>
      <p:sp>
        <p:nvSpPr>
          <p:cNvPr id="52" name="Google Shape;52;p13"/>
          <p:cNvSpPr txBox="1"/>
          <p:nvPr>
            <p:ph idx="1" type="body"/>
          </p:nvPr>
        </p:nvSpPr>
        <p:spPr>
          <a:xfrm>
            <a:off x="1644400" y="2174225"/>
            <a:ext cx="5953200" cy="2174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1pPr>
            <a:lvl2pPr indent="-304800" lvl="1" marL="914400">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2pPr>
            <a:lvl3pPr indent="-304800" lvl="2" marL="1371600">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3pPr>
            <a:lvl4pPr indent="-304800" lvl="3" marL="1828800">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4pPr>
            <a:lvl5pPr indent="-304800" lvl="4" marL="2286000">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5pPr>
            <a:lvl6pPr indent="-304800" lvl="5" marL="2743200">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6pPr>
            <a:lvl7pPr indent="-304800" lvl="6" marL="3200400">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7pPr>
            <a:lvl8pPr indent="-304800" lvl="7" marL="3657600">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8pPr>
            <a:lvl9pPr indent="-304800" lvl="8" marL="4114800">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Work Sans"/>
                <a:ea typeface="Work Sans"/>
                <a:cs typeface="Work Sans"/>
                <a:sym typeface="Work Sans"/>
              </a:defRPr>
            </a:lvl1pPr>
            <a:lvl2pPr lvl="1" algn="r">
              <a:buNone/>
              <a:defRPr sz="1300">
                <a:solidFill>
                  <a:schemeClr val="dk1"/>
                </a:solidFill>
                <a:latin typeface="Work Sans"/>
                <a:ea typeface="Work Sans"/>
                <a:cs typeface="Work Sans"/>
                <a:sym typeface="Work Sans"/>
              </a:defRPr>
            </a:lvl2pPr>
            <a:lvl3pPr lvl="2" algn="r">
              <a:buNone/>
              <a:defRPr sz="1300">
                <a:solidFill>
                  <a:schemeClr val="dk1"/>
                </a:solidFill>
                <a:latin typeface="Work Sans"/>
                <a:ea typeface="Work Sans"/>
                <a:cs typeface="Work Sans"/>
                <a:sym typeface="Work Sans"/>
              </a:defRPr>
            </a:lvl3pPr>
            <a:lvl4pPr lvl="3" algn="r">
              <a:buNone/>
              <a:defRPr sz="1300">
                <a:solidFill>
                  <a:schemeClr val="dk1"/>
                </a:solidFill>
                <a:latin typeface="Work Sans"/>
                <a:ea typeface="Work Sans"/>
                <a:cs typeface="Work Sans"/>
                <a:sym typeface="Work Sans"/>
              </a:defRPr>
            </a:lvl4pPr>
            <a:lvl5pPr lvl="4" algn="r">
              <a:buNone/>
              <a:defRPr sz="1300">
                <a:solidFill>
                  <a:schemeClr val="dk1"/>
                </a:solidFill>
                <a:latin typeface="Work Sans"/>
                <a:ea typeface="Work Sans"/>
                <a:cs typeface="Work Sans"/>
                <a:sym typeface="Work Sans"/>
              </a:defRPr>
            </a:lvl5pPr>
            <a:lvl6pPr lvl="5" algn="r">
              <a:buNone/>
              <a:defRPr sz="1300">
                <a:solidFill>
                  <a:schemeClr val="dk1"/>
                </a:solidFill>
                <a:latin typeface="Work Sans"/>
                <a:ea typeface="Work Sans"/>
                <a:cs typeface="Work Sans"/>
                <a:sym typeface="Work Sans"/>
              </a:defRPr>
            </a:lvl6pPr>
            <a:lvl7pPr lvl="6" algn="r">
              <a:buNone/>
              <a:defRPr sz="1300">
                <a:solidFill>
                  <a:schemeClr val="dk1"/>
                </a:solidFill>
                <a:latin typeface="Work Sans"/>
                <a:ea typeface="Work Sans"/>
                <a:cs typeface="Work Sans"/>
                <a:sym typeface="Work Sans"/>
              </a:defRPr>
            </a:lvl7pPr>
            <a:lvl8pPr lvl="7" algn="r">
              <a:buNone/>
              <a:defRPr sz="1300">
                <a:solidFill>
                  <a:schemeClr val="dk1"/>
                </a:solidFill>
                <a:latin typeface="Work Sans"/>
                <a:ea typeface="Work Sans"/>
                <a:cs typeface="Work Sans"/>
                <a:sym typeface="Work Sans"/>
              </a:defRPr>
            </a:lvl8pPr>
            <a:lvl9pPr lvl="8" algn="r">
              <a:buNone/>
              <a:defRPr sz="1300">
                <a:solidFill>
                  <a:schemeClr val="dk1"/>
                </a:solidFill>
                <a:latin typeface="Work Sans"/>
                <a:ea typeface="Work Sans"/>
                <a:cs typeface="Work Sans"/>
                <a:sym typeface="Work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2">
          <p15:clr>
            <a:srgbClr val="E46962"/>
          </p15:clr>
        </p15:guide>
        <p15:guide id="2" orient="horz" pos="3148">
          <p15:clr>
            <a:srgbClr val="E46962"/>
          </p15:clr>
        </p15:guide>
        <p15:guide id="3" pos="92">
          <p15:clr>
            <a:srgbClr val="E46962"/>
          </p15:clr>
        </p15:guide>
        <p15:guide id="4" pos="217">
          <p15:clr>
            <a:srgbClr val="E46962"/>
          </p15:clr>
        </p15:guide>
        <p15:guide id="5" pos="591">
          <p15:clr>
            <a:srgbClr val="E46962"/>
          </p15:clr>
        </p15:guide>
        <p15:guide id="6" pos="666">
          <p15:clr>
            <a:srgbClr val="E46962"/>
          </p15:clr>
        </p15:guide>
        <p15:guide id="7" pos="1041">
          <p15:clr>
            <a:srgbClr val="E46962"/>
          </p15:clr>
        </p15:guide>
        <p15:guide id="8" pos="1117">
          <p15:clr>
            <a:srgbClr val="E46962"/>
          </p15:clr>
        </p15:guide>
        <p15:guide id="9" pos="1491">
          <p15:clr>
            <a:srgbClr val="E46962"/>
          </p15:clr>
        </p15:guide>
        <p15:guide id="10" pos="1567">
          <p15:clr>
            <a:srgbClr val="E46962"/>
          </p15:clr>
        </p15:guide>
        <p15:guide id="11" pos="1942">
          <p15:clr>
            <a:srgbClr val="E46962"/>
          </p15:clr>
        </p15:guide>
        <p15:guide id="12" pos="2017">
          <p15:clr>
            <a:srgbClr val="E46962"/>
          </p15:clr>
        </p15:guide>
        <p15:guide id="13" pos="2392">
          <p15:clr>
            <a:srgbClr val="E46962"/>
          </p15:clr>
        </p15:guide>
        <p15:guide id="14" pos="2467">
          <p15:clr>
            <a:srgbClr val="E46962"/>
          </p15:clr>
        </p15:guide>
        <p15:guide id="15" pos="2842">
          <p15:clr>
            <a:srgbClr val="E46962"/>
          </p15:clr>
        </p15:guide>
        <p15:guide id="16" pos="2917">
          <p15:clr>
            <a:srgbClr val="E46962"/>
          </p15:clr>
        </p15:guide>
        <p15:guide id="17" pos="3292">
          <p15:clr>
            <a:srgbClr val="E46962"/>
          </p15:clr>
        </p15:guide>
        <p15:guide id="18" pos="3367">
          <p15:clr>
            <a:srgbClr val="E46962"/>
          </p15:clr>
        </p15:guide>
        <p15:guide id="19" pos="3742">
          <p15:clr>
            <a:srgbClr val="E46962"/>
          </p15:clr>
        </p15:guide>
        <p15:guide id="20" pos="3817">
          <p15:clr>
            <a:srgbClr val="E46962"/>
          </p15:clr>
        </p15:guide>
        <p15:guide id="21" pos="4192">
          <p15:clr>
            <a:srgbClr val="E46962"/>
          </p15:clr>
        </p15:guide>
        <p15:guide id="22" pos="4268">
          <p15:clr>
            <a:srgbClr val="E46962"/>
          </p15:clr>
        </p15:guide>
        <p15:guide id="23" pos="4642">
          <p15:clr>
            <a:srgbClr val="E46962"/>
          </p15:clr>
        </p15:guide>
        <p15:guide id="24" pos="4718">
          <p15:clr>
            <a:srgbClr val="E46962"/>
          </p15:clr>
        </p15:guide>
        <p15:guide id="25" pos="5168">
          <p15:clr>
            <a:srgbClr val="E46962"/>
          </p15:clr>
        </p15:guide>
        <p15:guide id="26" pos="5093">
          <p15:clr>
            <a:srgbClr val="E46962"/>
          </p15:clr>
        </p15:guide>
        <p15:guide id="27" pos="5543">
          <p15:clr>
            <a:srgbClr val="E46962"/>
          </p15:clr>
        </p15:guide>
        <p15:guide id="28" pos="5668">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64" name="Shape 564"/>
        <p:cNvGrpSpPr/>
        <p:nvPr/>
      </p:nvGrpSpPr>
      <p:grpSpPr>
        <a:xfrm>
          <a:off x="0" y="0"/>
          <a:ext cx="0" cy="0"/>
          <a:chOff x="0" y="0"/>
          <a:chExt cx="0" cy="0"/>
        </a:xfrm>
      </p:grpSpPr>
      <p:sp>
        <p:nvSpPr>
          <p:cNvPr id="565" name="Google Shape;565;p59"/>
          <p:cNvSpPr txBox="1"/>
          <p:nvPr>
            <p:ph idx="12" type="sldNum"/>
          </p:nvPr>
        </p:nvSpPr>
        <p:spPr>
          <a:xfrm>
            <a:off x="8359800" y="4851000"/>
            <a:ext cx="261300" cy="292500"/>
          </a:xfrm>
          <a:prstGeom prst="rect">
            <a:avLst/>
          </a:prstGeom>
          <a:solidFill>
            <a:schemeClr val="accent3"/>
          </a:solidFill>
          <a:ln>
            <a:noFill/>
          </a:ln>
        </p:spPr>
        <p:txBody>
          <a:bodyPr anchorCtr="0" anchor="ctr" bIns="91425" lIns="0" spcFirstLastPara="1" rIns="0" wrap="square" tIns="0">
            <a:noAutofit/>
          </a:bodyPr>
          <a:lstStyle>
            <a:lvl1pPr lvl="0" rtl="0" algn="ctr">
              <a:buNone/>
              <a:defRPr sz="1100">
                <a:solidFill>
                  <a:schemeClr val="accent2"/>
                </a:solidFill>
                <a:latin typeface="Lexend SemiBold"/>
                <a:ea typeface="Lexend SemiBold"/>
                <a:cs typeface="Lexend SemiBold"/>
                <a:sym typeface="Lexend SemiBold"/>
              </a:defRPr>
            </a:lvl1pPr>
            <a:lvl2pPr lvl="1" rtl="0" algn="ctr">
              <a:buNone/>
              <a:defRPr sz="1100">
                <a:solidFill>
                  <a:schemeClr val="accent2"/>
                </a:solidFill>
                <a:latin typeface="Lexend SemiBold"/>
                <a:ea typeface="Lexend SemiBold"/>
                <a:cs typeface="Lexend SemiBold"/>
                <a:sym typeface="Lexend SemiBold"/>
              </a:defRPr>
            </a:lvl2pPr>
            <a:lvl3pPr lvl="2" rtl="0" algn="ctr">
              <a:buNone/>
              <a:defRPr sz="1100">
                <a:solidFill>
                  <a:schemeClr val="accent2"/>
                </a:solidFill>
                <a:latin typeface="Lexend SemiBold"/>
                <a:ea typeface="Lexend SemiBold"/>
                <a:cs typeface="Lexend SemiBold"/>
                <a:sym typeface="Lexend SemiBold"/>
              </a:defRPr>
            </a:lvl3pPr>
            <a:lvl4pPr lvl="3" rtl="0" algn="ctr">
              <a:buNone/>
              <a:defRPr sz="1100">
                <a:solidFill>
                  <a:schemeClr val="accent2"/>
                </a:solidFill>
                <a:latin typeface="Lexend SemiBold"/>
                <a:ea typeface="Lexend SemiBold"/>
                <a:cs typeface="Lexend SemiBold"/>
                <a:sym typeface="Lexend SemiBold"/>
              </a:defRPr>
            </a:lvl4pPr>
            <a:lvl5pPr lvl="4" rtl="0" algn="ctr">
              <a:buNone/>
              <a:defRPr sz="1100">
                <a:solidFill>
                  <a:schemeClr val="accent2"/>
                </a:solidFill>
                <a:latin typeface="Lexend SemiBold"/>
                <a:ea typeface="Lexend SemiBold"/>
                <a:cs typeface="Lexend SemiBold"/>
                <a:sym typeface="Lexend SemiBold"/>
              </a:defRPr>
            </a:lvl5pPr>
            <a:lvl6pPr lvl="5" rtl="0" algn="ctr">
              <a:buNone/>
              <a:defRPr sz="1100">
                <a:solidFill>
                  <a:schemeClr val="accent2"/>
                </a:solidFill>
                <a:latin typeface="Lexend SemiBold"/>
                <a:ea typeface="Lexend SemiBold"/>
                <a:cs typeface="Lexend SemiBold"/>
                <a:sym typeface="Lexend SemiBold"/>
              </a:defRPr>
            </a:lvl6pPr>
            <a:lvl7pPr lvl="6" rtl="0" algn="ctr">
              <a:buNone/>
              <a:defRPr sz="1100">
                <a:solidFill>
                  <a:schemeClr val="accent2"/>
                </a:solidFill>
                <a:latin typeface="Lexend SemiBold"/>
                <a:ea typeface="Lexend SemiBold"/>
                <a:cs typeface="Lexend SemiBold"/>
                <a:sym typeface="Lexend SemiBold"/>
              </a:defRPr>
            </a:lvl7pPr>
            <a:lvl8pPr lvl="7" rtl="0" algn="ctr">
              <a:buNone/>
              <a:defRPr sz="1100">
                <a:solidFill>
                  <a:schemeClr val="accent2"/>
                </a:solidFill>
                <a:latin typeface="Lexend SemiBold"/>
                <a:ea typeface="Lexend SemiBold"/>
                <a:cs typeface="Lexend SemiBold"/>
                <a:sym typeface="Lexend SemiBold"/>
              </a:defRPr>
            </a:lvl8pPr>
            <a:lvl9pPr lvl="8" rtl="0" algn="ctr">
              <a:buNone/>
              <a:defRPr sz="1100">
                <a:solidFill>
                  <a:schemeClr val="accent2"/>
                </a:solidFill>
                <a:latin typeface="Lexend SemiBold"/>
                <a:ea typeface="Lexend SemiBold"/>
                <a:cs typeface="Lexend SemiBold"/>
                <a:sym typeface="Lexend SemiBold"/>
              </a:defRPr>
            </a:lvl9pPr>
          </a:lstStyle>
          <a:p>
            <a:pPr indent="0" lvl="0" marL="0" rtl="0" algn="ctr">
              <a:spcBef>
                <a:spcPts val="0"/>
              </a:spcBef>
              <a:spcAft>
                <a:spcPts val="0"/>
              </a:spcAft>
              <a:buNone/>
            </a:pPr>
            <a:fld id="{00000000-1234-1234-1234-123412341234}" type="slidenum">
              <a:rPr lang="en"/>
              <a:t>‹#›</a:t>
            </a:fld>
            <a:endParaRPr/>
          </a:p>
        </p:txBody>
      </p:sp>
      <p:sp>
        <p:nvSpPr>
          <p:cNvPr id="566" name="Google Shape;566;p59"/>
          <p:cNvSpPr txBox="1"/>
          <p:nvPr>
            <p:ph type="title"/>
          </p:nvPr>
        </p:nvSpPr>
        <p:spPr>
          <a:xfrm>
            <a:off x="163200" y="76200"/>
            <a:ext cx="8457900" cy="945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4800"/>
              <a:buFont typeface="Lexend Light"/>
              <a:buNone/>
              <a:defRPr sz="4800">
                <a:solidFill>
                  <a:schemeClr val="lt1"/>
                </a:solidFill>
                <a:latin typeface="Lexend Light"/>
                <a:ea typeface="Lexend Light"/>
                <a:cs typeface="Lexend Light"/>
                <a:sym typeface="Lexend Light"/>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567" name="Google Shape;567;p59"/>
          <p:cNvSpPr txBox="1"/>
          <p:nvPr>
            <p:ph idx="1" type="body"/>
          </p:nvPr>
        </p:nvSpPr>
        <p:spPr>
          <a:xfrm>
            <a:off x="136825" y="2540475"/>
            <a:ext cx="4209300" cy="2141700"/>
          </a:xfrm>
          <a:prstGeom prst="rect">
            <a:avLst/>
          </a:prstGeom>
          <a:noFill/>
          <a:ln>
            <a:noFill/>
          </a:ln>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a:buChar char="●"/>
              <a:defRPr sz="1700">
                <a:solidFill>
                  <a:schemeClr val="lt1"/>
                </a:solidFill>
                <a:latin typeface="Lexend"/>
                <a:ea typeface="Lexend"/>
                <a:cs typeface="Lexend"/>
                <a:sym typeface="Lexend"/>
              </a:defRPr>
            </a:lvl1pPr>
            <a:lvl2pPr indent="-323850" lvl="1" marL="914400">
              <a:spcBef>
                <a:spcPts val="0"/>
              </a:spcBef>
              <a:spcAft>
                <a:spcPts val="0"/>
              </a:spcAft>
              <a:buClr>
                <a:schemeClr val="lt1"/>
              </a:buClr>
              <a:buSzPts val="1500"/>
              <a:buFont typeface="Lexend"/>
              <a:buChar char="○"/>
              <a:defRPr sz="1500">
                <a:solidFill>
                  <a:schemeClr val="lt1"/>
                </a:solidFill>
                <a:latin typeface="Lexend"/>
                <a:ea typeface="Lexend"/>
                <a:cs typeface="Lexend"/>
                <a:sym typeface="Lexend"/>
              </a:defRPr>
            </a:lvl2pPr>
            <a:lvl3pPr indent="-317500" lvl="2" marL="1371600">
              <a:spcBef>
                <a:spcPts val="0"/>
              </a:spcBef>
              <a:spcAft>
                <a:spcPts val="0"/>
              </a:spcAft>
              <a:buClr>
                <a:schemeClr val="lt1"/>
              </a:buClr>
              <a:buSzPts val="1400"/>
              <a:buFont typeface="Lexend"/>
              <a:buChar char="■"/>
              <a:defRPr>
                <a:solidFill>
                  <a:schemeClr val="lt1"/>
                </a:solidFill>
                <a:latin typeface="Lexend"/>
                <a:ea typeface="Lexend"/>
                <a:cs typeface="Lexend"/>
                <a:sym typeface="Lexend"/>
              </a:defRPr>
            </a:lvl3pPr>
            <a:lvl4pPr indent="-311150" lvl="3" marL="1828800">
              <a:spcBef>
                <a:spcPts val="0"/>
              </a:spcBef>
              <a:spcAft>
                <a:spcPts val="0"/>
              </a:spcAft>
              <a:buClr>
                <a:schemeClr val="lt1"/>
              </a:buClr>
              <a:buSzPts val="1300"/>
              <a:buFont typeface="Lexend"/>
              <a:buChar char="●"/>
              <a:defRPr sz="1300">
                <a:solidFill>
                  <a:schemeClr val="lt1"/>
                </a:solidFill>
                <a:latin typeface="Lexend"/>
                <a:ea typeface="Lexend"/>
                <a:cs typeface="Lexend"/>
                <a:sym typeface="Lexend"/>
              </a:defRPr>
            </a:lvl4pPr>
            <a:lvl5pPr indent="-304800" lvl="4" marL="2286000">
              <a:spcBef>
                <a:spcPts val="0"/>
              </a:spcBef>
              <a:spcAft>
                <a:spcPts val="0"/>
              </a:spcAft>
              <a:buClr>
                <a:schemeClr val="lt1"/>
              </a:buClr>
              <a:buSzPts val="1200"/>
              <a:buFont typeface="Lexend"/>
              <a:buChar char="○"/>
              <a:defRPr sz="1200">
                <a:solidFill>
                  <a:schemeClr val="lt1"/>
                </a:solidFill>
                <a:latin typeface="Lexend"/>
                <a:ea typeface="Lexend"/>
                <a:cs typeface="Lexend"/>
                <a:sym typeface="Lexend"/>
              </a:defRPr>
            </a:lvl5pPr>
            <a:lvl6pPr indent="-298450" lvl="5" marL="2743200">
              <a:spcBef>
                <a:spcPts val="0"/>
              </a:spcBef>
              <a:spcAft>
                <a:spcPts val="0"/>
              </a:spcAft>
              <a:buClr>
                <a:schemeClr val="lt1"/>
              </a:buClr>
              <a:buSzPts val="1100"/>
              <a:buFont typeface="Lexend"/>
              <a:buChar char="■"/>
              <a:defRPr sz="1100">
                <a:solidFill>
                  <a:schemeClr val="lt1"/>
                </a:solidFill>
                <a:latin typeface="Lexend"/>
                <a:ea typeface="Lexend"/>
                <a:cs typeface="Lexend"/>
                <a:sym typeface="Lexend"/>
              </a:defRPr>
            </a:lvl6pPr>
            <a:lvl7pPr indent="-292100" lvl="6" marL="3200400">
              <a:spcBef>
                <a:spcPts val="0"/>
              </a:spcBef>
              <a:spcAft>
                <a:spcPts val="0"/>
              </a:spcAft>
              <a:buClr>
                <a:schemeClr val="lt1"/>
              </a:buClr>
              <a:buSzPts val="1000"/>
              <a:buFont typeface="Lexend"/>
              <a:buChar char="●"/>
              <a:defRPr sz="1000">
                <a:solidFill>
                  <a:schemeClr val="lt1"/>
                </a:solidFill>
                <a:latin typeface="Lexend"/>
                <a:ea typeface="Lexend"/>
                <a:cs typeface="Lexend"/>
                <a:sym typeface="Lexend"/>
              </a:defRPr>
            </a:lvl7pPr>
            <a:lvl8pPr indent="-285750" lvl="7" marL="3657600">
              <a:spcBef>
                <a:spcPts val="0"/>
              </a:spcBef>
              <a:spcAft>
                <a:spcPts val="0"/>
              </a:spcAft>
              <a:buClr>
                <a:schemeClr val="lt1"/>
              </a:buClr>
              <a:buSzPts val="900"/>
              <a:buFont typeface="Lexend"/>
              <a:buChar char="○"/>
              <a:defRPr sz="900">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sz="900">
                <a:solidFill>
                  <a:schemeClr val="lt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 id="2147483752" r:id="rId49"/>
    <p:sldLayoutId id="2147483753" r:id="rId50"/>
    <p:sldLayoutId id="2147483754" r:id="rId51"/>
    <p:sldLayoutId id="2147483755" r:id="rId52"/>
    <p:sldLayoutId id="2147483756"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29">
          <p15:clr>
            <a:srgbClr val="E46962"/>
          </p15:clr>
        </p15:guide>
        <p15:guide id="2" pos="494">
          <p15:clr>
            <a:srgbClr val="E46962"/>
          </p15:clr>
        </p15:guide>
        <p15:guide id="3" pos="823">
          <p15:clr>
            <a:srgbClr val="E46962"/>
          </p15:clr>
        </p15:guide>
        <p15:guide id="4" pos="988">
          <p15:clr>
            <a:srgbClr val="E46962"/>
          </p15:clr>
        </p15:guide>
        <p15:guide id="5" pos="1317">
          <p15:clr>
            <a:srgbClr val="E46962"/>
          </p15:clr>
        </p15:guide>
        <p15:guide id="6" pos="1482">
          <p15:clr>
            <a:srgbClr val="E46962"/>
          </p15:clr>
        </p15:guide>
        <p15:guide id="7" pos="1811">
          <p15:clr>
            <a:srgbClr val="E46962"/>
          </p15:clr>
        </p15:guide>
        <p15:guide id="8" pos="1976">
          <p15:clr>
            <a:srgbClr val="E46962"/>
          </p15:clr>
        </p15:guide>
        <p15:guide id="9" pos="2305">
          <p15:clr>
            <a:srgbClr val="E46962"/>
          </p15:clr>
        </p15:guide>
        <p15:guide id="10" pos="2470">
          <p15:clr>
            <a:srgbClr val="E46962"/>
          </p15:clr>
        </p15:guide>
        <p15:guide id="11" pos="2799">
          <p15:clr>
            <a:srgbClr val="E46962"/>
          </p15:clr>
        </p15:guide>
        <p15:guide id="12" pos="5431">
          <p15:clr>
            <a:srgbClr val="E46962"/>
          </p15:clr>
        </p15:guide>
        <p15:guide id="13" pos="5266">
          <p15:clr>
            <a:srgbClr val="E46962"/>
          </p15:clr>
        </p15:guide>
        <p15:guide id="14" pos="4937">
          <p15:clr>
            <a:srgbClr val="E46962"/>
          </p15:clr>
        </p15:guide>
        <p15:guide id="15" pos="4772">
          <p15:clr>
            <a:srgbClr val="E46962"/>
          </p15:clr>
        </p15:guide>
        <p15:guide id="16" pos="4443">
          <p15:clr>
            <a:srgbClr val="E46962"/>
          </p15:clr>
        </p15:guide>
        <p15:guide id="17" pos="4278">
          <p15:clr>
            <a:srgbClr val="E46962"/>
          </p15:clr>
        </p15:guide>
        <p15:guide id="18" pos="3949">
          <p15:clr>
            <a:srgbClr val="E46962"/>
          </p15:clr>
        </p15:guide>
        <p15:guide id="19" pos="3784">
          <p15:clr>
            <a:srgbClr val="E46962"/>
          </p15:clr>
        </p15:guide>
        <p15:guide id="20" pos="3455">
          <p15:clr>
            <a:srgbClr val="E46962"/>
          </p15:clr>
        </p15:guide>
        <p15:guide id="21" pos="3290">
          <p15:clr>
            <a:srgbClr val="E46962"/>
          </p15:clr>
        </p15:guide>
        <p15:guide id="22" pos="2961">
          <p15:clr>
            <a:srgbClr val="E46962"/>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09" name="Shape 909"/>
        <p:cNvGrpSpPr/>
        <p:nvPr/>
      </p:nvGrpSpPr>
      <p:grpSpPr>
        <a:xfrm>
          <a:off x="0" y="0"/>
          <a:ext cx="0" cy="0"/>
          <a:chOff x="0" y="0"/>
          <a:chExt cx="0" cy="0"/>
        </a:xfrm>
      </p:grpSpPr>
      <p:sp>
        <p:nvSpPr>
          <p:cNvPr id="910" name="Google Shape;910;p113"/>
          <p:cNvSpPr txBox="1"/>
          <p:nvPr>
            <p:ph type="title"/>
          </p:nvPr>
        </p:nvSpPr>
        <p:spPr>
          <a:xfrm>
            <a:off x="311700" y="445025"/>
            <a:ext cx="8475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1pPr>
            <a:lvl2pPr lvl="1">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2pPr>
            <a:lvl3pPr lvl="2">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3pPr>
            <a:lvl4pPr lvl="3">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4pPr>
            <a:lvl5pPr lvl="4">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5pPr>
            <a:lvl6pPr lvl="5">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6pPr>
            <a:lvl7pPr lvl="6">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7pPr>
            <a:lvl8pPr lvl="7">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8pPr>
            <a:lvl9pPr lvl="8">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9pPr>
          </a:lstStyle>
          <a:p/>
        </p:txBody>
      </p:sp>
      <p:sp>
        <p:nvSpPr>
          <p:cNvPr id="911" name="Google Shape;911;p113"/>
          <p:cNvSpPr txBox="1"/>
          <p:nvPr>
            <p:ph idx="1" type="body"/>
          </p:nvPr>
        </p:nvSpPr>
        <p:spPr>
          <a:xfrm>
            <a:off x="311700" y="1152475"/>
            <a:ext cx="8475600" cy="3416400"/>
          </a:xfrm>
          <a:prstGeom prst="rect">
            <a:avLst/>
          </a:prstGeom>
          <a:noFill/>
          <a:ln>
            <a:noFill/>
          </a:ln>
        </p:spPr>
        <p:txBody>
          <a:bodyPr anchorCtr="0" anchor="t" bIns="91425" lIns="91425" spcFirstLastPara="1" rIns="91425" wrap="square" tIns="91425">
            <a:spAutoFit/>
          </a:bodyPr>
          <a:lstStyle>
            <a:lvl1pPr indent="-336550" lvl="0" marL="4572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1pPr>
            <a:lvl2pPr indent="-336550" lvl="1" marL="9144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2pPr>
            <a:lvl3pPr indent="-336550" lvl="2" marL="13716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3pPr>
            <a:lvl4pPr indent="-336550" lvl="3" marL="18288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4pPr>
            <a:lvl5pPr indent="-336550" lvl="4" marL="22860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5pPr>
            <a:lvl6pPr indent="-336550" lvl="5" marL="27432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6pPr>
            <a:lvl7pPr indent="-336550" lvl="6" marL="32004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7pPr>
            <a:lvl8pPr indent="-336550" lvl="7" marL="36576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8pPr>
            <a:lvl9pPr indent="-336550" lvl="8" marL="41148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9pPr>
          </a:lstStyle>
          <a:p/>
        </p:txBody>
      </p:sp>
      <p:sp>
        <p:nvSpPr>
          <p:cNvPr id="912" name="Google Shape;912;p113"/>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lvl="0" algn="r">
              <a:buNone/>
              <a:defRPr sz="700">
                <a:solidFill>
                  <a:schemeClr val="dk1"/>
                </a:solidFill>
                <a:latin typeface="Inter Tight SemiBold"/>
                <a:ea typeface="Inter Tight SemiBold"/>
                <a:cs typeface="Inter Tight SemiBold"/>
                <a:sym typeface="Inter Tight SemiBold"/>
              </a:defRPr>
            </a:lvl1pPr>
            <a:lvl2pPr lvl="1" algn="r">
              <a:buNone/>
              <a:defRPr sz="700">
                <a:solidFill>
                  <a:schemeClr val="dk1"/>
                </a:solidFill>
                <a:latin typeface="Inter Tight SemiBold"/>
                <a:ea typeface="Inter Tight SemiBold"/>
                <a:cs typeface="Inter Tight SemiBold"/>
                <a:sym typeface="Inter Tight SemiBold"/>
              </a:defRPr>
            </a:lvl2pPr>
            <a:lvl3pPr lvl="2" algn="r">
              <a:buNone/>
              <a:defRPr sz="700">
                <a:solidFill>
                  <a:schemeClr val="dk1"/>
                </a:solidFill>
                <a:latin typeface="Inter Tight SemiBold"/>
                <a:ea typeface="Inter Tight SemiBold"/>
                <a:cs typeface="Inter Tight SemiBold"/>
                <a:sym typeface="Inter Tight SemiBold"/>
              </a:defRPr>
            </a:lvl3pPr>
            <a:lvl4pPr lvl="3" algn="r">
              <a:buNone/>
              <a:defRPr sz="700">
                <a:solidFill>
                  <a:schemeClr val="dk1"/>
                </a:solidFill>
                <a:latin typeface="Inter Tight SemiBold"/>
                <a:ea typeface="Inter Tight SemiBold"/>
                <a:cs typeface="Inter Tight SemiBold"/>
                <a:sym typeface="Inter Tight SemiBold"/>
              </a:defRPr>
            </a:lvl4pPr>
            <a:lvl5pPr lvl="4" algn="r">
              <a:buNone/>
              <a:defRPr sz="700">
                <a:solidFill>
                  <a:schemeClr val="dk1"/>
                </a:solidFill>
                <a:latin typeface="Inter Tight SemiBold"/>
                <a:ea typeface="Inter Tight SemiBold"/>
                <a:cs typeface="Inter Tight SemiBold"/>
                <a:sym typeface="Inter Tight SemiBold"/>
              </a:defRPr>
            </a:lvl5pPr>
            <a:lvl6pPr lvl="5" algn="r">
              <a:buNone/>
              <a:defRPr sz="700">
                <a:solidFill>
                  <a:schemeClr val="dk1"/>
                </a:solidFill>
                <a:latin typeface="Inter Tight SemiBold"/>
                <a:ea typeface="Inter Tight SemiBold"/>
                <a:cs typeface="Inter Tight SemiBold"/>
                <a:sym typeface="Inter Tight SemiBold"/>
              </a:defRPr>
            </a:lvl6pPr>
            <a:lvl7pPr lvl="6" algn="r">
              <a:buNone/>
              <a:defRPr sz="700">
                <a:solidFill>
                  <a:schemeClr val="dk1"/>
                </a:solidFill>
                <a:latin typeface="Inter Tight SemiBold"/>
                <a:ea typeface="Inter Tight SemiBold"/>
                <a:cs typeface="Inter Tight SemiBold"/>
                <a:sym typeface="Inter Tight SemiBold"/>
              </a:defRPr>
            </a:lvl7pPr>
            <a:lvl8pPr lvl="7" algn="r">
              <a:buNone/>
              <a:defRPr sz="700">
                <a:solidFill>
                  <a:schemeClr val="dk1"/>
                </a:solidFill>
                <a:latin typeface="Inter Tight SemiBold"/>
                <a:ea typeface="Inter Tight SemiBold"/>
                <a:cs typeface="Inter Tight SemiBold"/>
                <a:sym typeface="Inter Tight SemiBold"/>
              </a:defRPr>
            </a:lvl8pPr>
            <a:lvl9pPr lvl="8" algn="r">
              <a:buNone/>
              <a:defRPr sz="700">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 id="2147483784" r:id="rId28"/>
    <p:sldLayoutId id="2147483785" r:id="rId29"/>
    <p:sldLayoutId id="2147483786" r:id="rId30"/>
    <p:sldLayoutId id="2147483787" r:id="rId31"/>
    <p:sldLayoutId id="2147483788" r:id="rId32"/>
    <p:sldLayoutId id="2147483789" r:id="rId33"/>
    <p:sldLayoutId id="2147483790" r:id="rId34"/>
    <p:sldLayoutId id="2147483791" r:id="rId35"/>
    <p:sldLayoutId id="2147483792" r:id="rId36"/>
    <p:sldLayoutId id="2147483793" r:id="rId37"/>
    <p:sldLayoutId id="2147483794"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3.xml"/><Relationship Id="rId3" Type="http://schemas.openxmlformats.org/officeDocument/2006/relationships/hyperlink" Target="https://en.wikipedia.org/wiki/SpringSource" TargetMode="External"/><Relationship Id="rId4" Type="http://schemas.openxmlformats.org/officeDocument/2006/relationships/hyperlink" Target="https://en.wikipedia.org/wiki/VMware" TargetMode="External"/><Relationship Id="rId5" Type="http://schemas.openxmlformats.org/officeDocument/2006/relationships/hyperlink" Target="https://en.wikipedia.org/wiki/Pivotal_Software" TargetMode="External"/><Relationship Id="rId6" Type="http://schemas.openxmlformats.org/officeDocument/2006/relationships/hyperlink" Target="https://en.wikipedia.org/wiki/Erlang_(programming_languag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5.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5.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5.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7.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52"/>
          <p:cNvSpPr txBox="1"/>
          <p:nvPr>
            <p:ph type="title"/>
          </p:nvPr>
        </p:nvSpPr>
        <p:spPr>
          <a:xfrm>
            <a:off x="0" y="0"/>
            <a:ext cx="6654900" cy="305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200"/>
              <a:t>RabbitMQ </a:t>
            </a:r>
            <a:br>
              <a:rPr lang="en" sz="5200"/>
            </a:br>
            <a:r>
              <a:rPr lang="en" sz="5200"/>
              <a:t>for Java developers</a:t>
            </a:r>
            <a:endParaRPr sz="5200"/>
          </a:p>
        </p:txBody>
      </p:sp>
      <p:pic>
        <p:nvPicPr>
          <p:cNvPr id="1224" name="Google Shape;1224;p152"/>
          <p:cNvPicPr preferRelativeResize="0"/>
          <p:nvPr/>
        </p:nvPicPr>
        <p:blipFill>
          <a:blip r:embed="rId3">
            <a:alphaModFix/>
          </a:blip>
          <a:stretch>
            <a:fillRect/>
          </a:stretch>
        </p:blipFill>
        <p:spPr>
          <a:xfrm>
            <a:off x="5532901" y="3240440"/>
            <a:ext cx="3596200" cy="19030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53"/>
          <p:cNvSpPr txBox="1"/>
          <p:nvPr>
            <p:ph type="title"/>
          </p:nvPr>
        </p:nvSpPr>
        <p:spPr>
          <a:xfrm>
            <a:off x="333925" y="544250"/>
            <a:ext cx="30399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Table of Contents</a:t>
            </a:r>
            <a:endParaRPr/>
          </a:p>
        </p:txBody>
      </p:sp>
      <p:sp>
        <p:nvSpPr>
          <p:cNvPr id="1230" name="Google Shape;1230;p153"/>
          <p:cNvSpPr txBox="1"/>
          <p:nvPr>
            <p:ph idx="1" type="subTitle"/>
          </p:nvPr>
        </p:nvSpPr>
        <p:spPr>
          <a:xfrm>
            <a:off x="1149126" y="2348550"/>
            <a:ext cx="3234300" cy="43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None/>
            </a:pPr>
            <a:r>
              <a:rPr lang="en"/>
              <a:t>What is RabbitMQ?</a:t>
            </a:r>
            <a:endParaRPr/>
          </a:p>
        </p:txBody>
      </p:sp>
      <p:sp>
        <p:nvSpPr>
          <p:cNvPr id="1231" name="Google Shape;1231;p153"/>
          <p:cNvSpPr txBox="1"/>
          <p:nvPr>
            <p:ph idx="2" type="subTitle"/>
          </p:nvPr>
        </p:nvSpPr>
        <p:spPr>
          <a:xfrm>
            <a:off x="1149126" y="2802869"/>
            <a:ext cx="3234300" cy="43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None/>
            </a:pPr>
            <a:r>
              <a:rPr lang="en"/>
              <a:t>Why we need it?</a:t>
            </a:r>
            <a:endParaRPr/>
          </a:p>
        </p:txBody>
      </p:sp>
      <p:sp>
        <p:nvSpPr>
          <p:cNvPr id="1232" name="Google Shape;1232;p153"/>
          <p:cNvSpPr txBox="1"/>
          <p:nvPr>
            <p:ph idx="3" type="subTitle"/>
          </p:nvPr>
        </p:nvSpPr>
        <p:spPr>
          <a:xfrm>
            <a:off x="1149125" y="3257200"/>
            <a:ext cx="3393300" cy="418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None/>
            </a:pPr>
            <a:r>
              <a:rPr lang="en" sz="1600"/>
              <a:t>What is the structure of RabbitMQ?</a:t>
            </a:r>
            <a:endParaRPr sz="1600"/>
          </a:p>
        </p:txBody>
      </p:sp>
      <p:sp>
        <p:nvSpPr>
          <p:cNvPr id="1233" name="Google Shape;1233;p153"/>
          <p:cNvSpPr txBox="1"/>
          <p:nvPr>
            <p:ph idx="4" type="subTitle"/>
          </p:nvPr>
        </p:nvSpPr>
        <p:spPr>
          <a:xfrm>
            <a:off x="1149126" y="3711506"/>
            <a:ext cx="3234300" cy="43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None/>
            </a:pPr>
            <a:r>
              <a:rPr lang="en"/>
              <a:t>Main concepts</a:t>
            </a:r>
            <a:r>
              <a:rPr lang="en"/>
              <a:t> </a:t>
            </a:r>
            <a:endParaRPr/>
          </a:p>
        </p:txBody>
      </p:sp>
      <p:sp>
        <p:nvSpPr>
          <p:cNvPr id="1234" name="Google Shape;1234;p153"/>
          <p:cNvSpPr txBox="1"/>
          <p:nvPr>
            <p:ph idx="5" type="subTitle"/>
          </p:nvPr>
        </p:nvSpPr>
        <p:spPr>
          <a:xfrm>
            <a:off x="1149126" y="4165824"/>
            <a:ext cx="3234300" cy="43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None/>
            </a:pPr>
            <a:r>
              <a:rPr lang="en"/>
              <a:t>General workflow</a:t>
            </a:r>
            <a:endParaRPr/>
          </a:p>
        </p:txBody>
      </p:sp>
      <p:sp>
        <p:nvSpPr>
          <p:cNvPr id="1235" name="Google Shape;1235;p153"/>
          <p:cNvSpPr txBox="1"/>
          <p:nvPr>
            <p:ph idx="6" type="subTitle"/>
          </p:nvPr>
        </p:nvSpPr>
        <p:spPr>
          <a:xfrm>
            <a:off x="5327851" y="2348550"/>
            <a:ext cx="3234300" cy="43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None/>
            </a:pPr>
            <a:r>
              <a:rPr lang="en"/>
              <a:t>What are the Exchange types?</a:t>
            </a:r>
            <a:endParaRPr/>
          </a:p>
        </p:txBody>
      </p:sp>
      <p:sp>
        <p:nvSpPr>
          <p:cNvPr id="1236" name="Google Shape;1236;p153"/>
          <p:cNvSpPr txBox="1"/>
          <p:nvPr>
            <p:ph idx="7" type="subTitle"/>
          </p:nvPr>
        </p:nvSpPr>
        <p:spPr>
          <a:xfrm>
            <a:off x="5327851" y="2802869"/>
            <a:ext cx="3234300" cy="43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None/>
            </a:pPr>
            <a:r>
              <a:rPr lang="en"/>
              <a:t>Dead letter queue</a:t>
            </a:r>
            <a:endParaRPr/>
          </a:p>
        </p:txBody>
      </p:sp>
      <p:sp>
        <p:nvSpPr>
          <p:cNvPr id="1237" name="Google Shape;1237;p153"/>
          <p:cNvSpPr txBox="1"/>
          <p:nvPr>
            <p:ph idx="8" type="subTitle"/>
          </p:nvPr>
        </p:nvSpPr>
        <p:spPr>
          <a:xfrm>
            <a:off x="5327851" y="3257187"/>
            <a:ext cx="3234300" cy="43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accent1"/>
              </a:buClr>
              <a:buSzPts val="1100"/>
              <a:buNone/>
            </a:pPr>
            <a:r>
              <a:rPr lang="en"/>
              <a:t>Best practices</a:t>
            </a:r>
            <a:endParaRPr/>
          </a:p>
        </p:txBody>
      </p:sp>
      <p:sp>
        <p:nvSpPr>
          <p:cNvPr id="1238" name="Google Shape;1238;p153"/>
          <p:cNvSpPr txBox="1"/>
          <p:nvPr/>
        </p:nvSpPr>
        <p:spPr>
          <a:xfrm>
            <a:off x="365450" y="2348550"/>
            <a:ext cx="476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Inter Tight SemiBold"/>
                <a:ea typeface="Inter Tight SemiBold"/>
                <a:cs typeface="Inter Tight SemiBold"/>
                <a:sym typeface="Inter Tight SemiBold"/>
              </a:rPr>
              <a:t>3</a:t>
            </a:r>
            <a:endParaRPr sz="1700">
              <a:solidFill>
                <a:schemeClr val="dk2"/>
              </a:solidFill>
              <a:latin typeface="Inter Tight SemiBold"/>
              <a:ea typeface="Inter Tight SemiBold"/>
              <a:cs typeface="Inter Tight SemiBold"/>
              <a:sym typeface="Inter Tight SemiBold"/>
            </a:endParaRPr>
          </a:p>
        </p:txBody>
      </p:sp>
      <p:sp>
        <p:nvSpPr>
          <p:cNvPr id="1239" name="Google Shape;1239;p153"/>
          <p:cNvSpPr txBox="1"/>
          <p:nvPr/>
        </p:nvSpPr>
        <p:spPr>
          <a:xfrm>
            <a:off x="365450" y="2802868"/>
            <a:ext cx="476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Inter Tight SemiBold"/>
                <a:ea typeface="Inter Tight SemiBold"/>
                <a:cs typeface="Inter Tight SemiBold"/>
                <a:sym typeface="Inter Tight SemiBold"/>
              </a:rPr>
              <a:t>4</a:t>
            </a:r>
            <a:endParaRPr sz="1700">
              <a:solidFill>
                <a:schemeClr val="dk2"/>
              </a:solidFill>
              <a:latin typeface="Inter Tight SemiBold"/>
              <a:ea typeface="Inter Tight SemiBold"/>
              <a:cs typeface="Inter Tight SemiBold"/>
              <a:sym typeface="Inter Tight SemiBold"/>
            </a:endParaRPr>
          </a:p>
        </p:txBody>
      </p:sp>
      <p:sp>
        <p:nvSpPr>
          <p:cNvPr id="1240" name="Google Shape;1240;p153"/>
          <p:cNvSpPr txBox="1"/>
          <p:nvPr/>
        </p:nvSpPr>
        <p:spPr>
          <a:xfrm>
            <a:off x="365450" y="3257186"/>
            <a:ext cx="476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Inter Tight SemiBold"/>
                <a:ea typeface="Inter Tight SemiBold"/>
                <a:cs typeface="Inter Tight SemiBold"/>
                <a:sym typeface="Inter Tight SemiBold"/>
              </a:rPr>
              <a:t>5</a:t>
            </a:r>
            <a:endParaRPr sz="1700">
              <a:solidFill>
                <a:schemeClr val="dk2"/>
              </a:solidFill>
              <a:latin typeface="Inter Tight SemiBold"/>
              <a:ea typeface="Inter Tight SemiBold"/>
              <a:cs typeface="Inter Tight SemiBold"/>
              <a:sym typeface="Inter Tight SemiBold"/>
            </a:endParaRPr>
          </a:p>
        </p:txBody>
      </p:sp>
      <p:sp>
        <p:nvSpPr>
          <p:cNvPr id="1241" name="Google Shape;1241;p153"/>
          <p:cNvSpPr txBox="1"/>
          <p:nvPr/>
        </p:nvSpPr>
        <p:spPr>
          <a:xfrm>
            <a:off x="365450" y="3711504"/>
            <a:ext cx="476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Inter Tight SemiBold"/>
                <a:ea typeface="Inter Tight SemiBold"/>
                <a:cs typeface="Inter Tight SemiBold"/>
                <a:sym typeface="Inter Tight SemiBold"/>
              </a:rPr>
              <a:t>6</a:t>
            </a:r>
            <a:endParaRPr sz="1700">
              <a:solidFill>
                <a:schemeClr val="dk2"/>
              </a:solidFill>
              <a:latin typeface="Inter Tight SemiBold"/>
              <a:ea typeface="Inter Tight SemiBold"/>
              <a:cs typeface="Inter Tight SemiBold"/>
              <a:sym typeface="Inter Tight SemiBold"/>
            </a:endParaRPr>
          </a:p>
        </p:txBody>
      </p:sp>
      <p:sp>
        <p:nvSpPr>
          <p:cNvPr id="1242" name="Google Shape;1242;p153"/>
          <p:cNvSpPr txBox="1"/>
          <p:nvPr/>
        </p:nvSpPr>
        <p:spPr>
          <a:xfrm>
            <a:off x="365450" y="4165821"/>
            <a:ext cx="476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Inter Tight SemiBold"/>
                <a:ea typeface="Inter Tight SemiBold"/>
                <a:cs typeface="Inter Tight SemiBold"/>
                <a:sym typeface="Inter Tight SemiBold"/>
              </a:rPr>
              <a:t>8</a:t>
            </a:r>
            <a:endParaRPr sz="1700">
              <a:solidFill>
                <a:schemeClr val="dk2"/>
              </a:solidFill>
              <a:latin typeface="Inter Tight SemiBold"/>
              <a:ea typeface="Inter Tight SemiBold"/>
              <a:cs typeface="Inter Tight SemiBold"/>
              <a:sym typeface="Inter Tight SemiBold"/>
            </a:endParaRPr>
          </a:p>
        </p:txBody>
      </p:sp>
      <p:sp>
        <p:nvSpPr>
          <p:cNvPr id="1243" name="Google Shape;1243;p153"/>
          <p:cNvSpPr txBox="1"/>
          <p:nvPr/>
        </p:nvSpPr>
        <p:spPr>
          <a:xfrm>
            <a:off x="4620375" y="2348550"/>
            <a:ext cx="476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Inter Tight SemiBold"/>
                <a:ea typeface="Inter Tight SemiBold"/>
                <a:cs typeface="Inter Tight SemiBold"/>
                <a:sym typeface="Inter Tight SemiBold"/>
              </a:rPr>
              <a:t>9</a:t>
            </a:r>
            <a:endParaRPr sz="1700">
              <a:solidFill>
                <a:schemeClr val="dk2"/>
              </a:solidFill>
              <a:latin typeface="Inter Tight SemiBold"/>
              <a:ea typeface="Inter Tight SemiBold"/>
              <a:cs typeface="Inter Tight SemiBold"/>
              <a:sym typeface="Inter Tight SemiBold"/>
            </a:endParaRPr>
          </a:p>
        </p:txBody>
      </p:sp>
      <p:sp>
        <p:nvSpPr>
          <p:cNvPr id="1244" name="Google Shape;1244;p153"/>
          <p:cNvSpPr txBox="1"/>
          <p:nvPr/>
        </p:nvSpPr>
        <p:spPr>
          <a:xfrm>
            <a:off x="4620375" y="2802868"/>
            <a:ext cx="476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Inter Tight SemiBold"/>
                <a:ea typeface="Inter Tight SemiBold"/>
                <a:cs typeface="Inter Tight SemiBold"/>
                <a:sym typeface="Inter Tight SemiBold"/>
              </a:rPr>
              <a:t>14</a:t>
            </a:r>
            <a:endParaRPr sz="1700">
              <a:solidFill>
                <a:schemeClr val="dk2"/>
              </a:solidFill>
              <a:latin typeface="Inter Tight SemiBold"/>
              <a:ea typeface="Inter Tight SemiBold"/>
              <a:cs typeface="Inter Tight SemiBold"/>
              <a:sym typeface="Inter Tight SemiBold"/>
            </a:endParaRPr>
          </a:p>
        </p:txBody>
      </p:sp>
      <p:sp>
        <p:nvSpPr>
          <p:cNvPr id="1245" name="Google Shape;1245;p153"/>
          <p:cNvSpPr txBox="1"/>
          <p:nvPr/>
        </p:nvSpPr>
        <p:spPr>
          <a:xfrm>
            <a:off x="4620375" y="3257186"/>
            <a:ext cx="476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Inter Tight SemiBold"/>
                <a:ea typeface="Inter Tight SemiBold"/>
                <a:cs typeface="Inter Tight SemiBold"/>
                <a:sym typeface="Inter Tight SemiBold"/>
              </a:rPr>
              <a:t>15</a:t>
            </a:r>
            <a:endParaRPr sz="1700">
              <a:solidFill>
                <a:schemeClr val="dk2"/>
              </a:solidFill>
              <a:latin typeface="Inter Tight SemiBold"/>
              <a:ea typeface="Inter Tight SemiBold"/>
              <a:cs typeface="Inter Tight SemiBold"/>
              <a:sym typeface="Inter Tight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54"/>
          <p:cNvSpPr txBox="1"/>
          <p:nvPr>
            <p:ph idx="2" type="body"/>
          </p:nvPr>
        </p:nvSpPr>
        <p:spPr>
          <a:xfrm>
            <a:off x="673775" y="2755250"/>
            <a:ext cx="8221800" cy="6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200">
                <a:latin typeface="Arial"/>
                <a:ea typeface="Arial"/>
                <a:cs typeface="Arial"/>
                <a:sym typeface="Arial"/>
              </a:rPr>
              <a:t>RabbitMQ allows applications to exchange data in an asynchronous, decoupled manner, making it particularly useful in </a:t>
            </a:r>
            <a:r>
              <a:rPr b="1" lang="en" sz="1200">
                <a:latin typeface="Arial"/>
                <a:ea typeface="Arial"/>
                <a:cs typeface="Arial"/>
                <a:sym typeface="Arial"/>
              </a:rPr>
              <a:t>distributed systems, microservices, and event-driven architectures</a:t>
            </a:r>
            <a:r>
              <a:rPr lang="en" sz="1200">
                <a:latin typeface="Arial"/>
                <a:ea typeface="Arial"/>
                <a:cs typeface="Arial"/>
                <a:sym typeface="Arial"/>
              </a:rPr>
              <a:t>.</a:t>
            </a:r>
            <a:endParaRPr sz="1200">
              <a:latin typeface="Arial"/>
              <a:ea typeface="Arial"/>
              <a:cs typeface="Arial"/>
              <a:sym typeface="Arial"/>
            </a:endParaRPr>
          </a:p>
        </p:txBody>
      </p:sp>
      <p:sp>
        <p:nvSpPr>
          <p:cNvPr id="1251" name="Google Shape;1251;p154"/>
          <p:cNvSpPr txBox="1"/>
          <p:nvPr>
            <p:ph idx="3" type="body"/>
          </p:nvPr>
        </p:nvSpPr>
        <p:spPr>
          <a:xfrm>
            <a:off x="673775" y="2096575"/>
            <a:ext cx="8221800" cy="6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200">
                <a:solidFill>
                  <a:srgbClr val="202122"/>
                </a:solidFill>
                <a:highlight>
                  <a:srgbClr val="FFFFFF"/>
                </a:highlight>
                <a:latin typeface="Arial"/>
                <a:ea typeface="Arial"/>
                <a:cs typeface="Arial"/>
                <a:sym typeface="Arial"/>
              </a:rPr>
              <a:t>Originally developed by </a:t>
            </a:r>
            <a:r>
              <a:rPr b="1" lang="en" sz="1200">
                <a:solidFill>
                  <a:srgbClr val="202122"/>
                </a:solidFill>
                <a:highlight>
                  <a:srgbClr val="FFFFFF"/>
                </a:highlight>
                <a:latin typeface="Arial"/>
                <a:ea typeface="Arial"/>
                <a:cs typeface="Arial"/>
                <a:sym typeface="Arial"/>
              </a:rPr>
              <a:t>Rabbit Technologies Ltd.</a:t>
            </a:r>
            <a:r>
              <a:rPr lang="en" sz="1200">
                <a:solidFill>
                  <a:srgbClr val="202122"/>
                </a:solidFill>
                <a:highlight>
                  <a:srgbClr val="FFFFFF"/>
                </a:highlight>
                <a:latin typeface="Arial"/>
                <a:ea typeface="Arial"/>
                <a:cs typeface="Arial"/>
                <a:sym typeface="Arial"/>
              </a:rPr>
              <a:t> in 2007, was acquired in April 2010 by </a:t>
            </a:r>
            <a:r>
              <a:rPr b="1" lang="en" sz="1200">
                <a:solidFill>
                  <a:schemeClr val="hlink"/>
                </a:solidFill>
                <a:highlight>
                  <a:srgbClr val="FFFFFF"/>
                </a:highlight>
                <a:uFill>
                  <a:noFill/>
                </a:uFill>
                <a:latin typeface="Arial"/>
                <a:ea typeface="Arial"/>
                <a:cs typeface="Arial"/>
                <a:sym typeface="Arial"/>
                <a:hlinkClick r:id="rId3"/>
              </a:rPr>
              <a:t>SpringSource</a:t>
            </a:r>
            <a:r>
              <a:rPr lang="en" sz="1200">
                <a:solidFill>
                  <a:srgbClr val="202122"/>
                </a:solidFill>
                <a:highlight>
                  <a:srgbClr val="FFFFFF"/>
                </a:highlight>
                <a:latin typeface="Arial"/>
                <a:ea typeface="Arial"/>
                <a:cs typeface="Arial"/>
                <a:sym typeface="Arial"/>
              </a:rPr>
              <a:t>, a division of </a:t>
            </a:r>
            <a:r>
              <a:rPr lang="en" sz="1200">
                <a:solidFill>
                  <a:schemeClr val="hlink"/>
                </a:solidFill>
                <a:highlight>
                  <a:srgbClr val="FFFFFF"/>
                </a:highlight>
                <a:uFill>
                  <a:noFill/>
                </a:uFill>
                <a:latin typeface="Arial"/>
                <a:ea typeface="Arial"/>
                <a:cs typeface="Arial"/>
                <a:sym typeface="Arial"/>
                <a:hlinkClick r:id="rId4"/>
              </a:rPr>
              <a:t>VMware</a:t>
            </a:r>
            <a:r>
              <a:rPr lang="en" sz="1200">
                <a:solidFill>
                  <a:srgbClr val="202122"/>
                </a:solidFill>
                <a:highlight>
                  <a:srgbClr val="FFFFFF"/>
                </a:highlight>
                <a:latin typeface="Arial"/>
                <a:ea typeface="Arial"/>
                <a:cs typeface="Arial"/>
                <a:sym typeface="Arial"/>
              </a:rPr>
              <a:t>. The project became part of </a:t>
            </a:r>
            <a:r>
              <a:rPr b="1" lang="en" sz="1200">
                <a:solidFill>
                  <a:schemeClr val="hlink"/>
                </a:solidFill>
                <a:highlight>
                  <a:srgbClr val="FFFFFF"/>
                </a:highlight>
                <a:uFill>
                  <a:noFill/>
                </a:uFill>
                <a:latin typeface="Arial"/>
                <a:ea typeface="Arial"/>
                <a:cs typeface="Arial"/>
                <a:sym typeface="Arial"/>
                <a:hlinkClick r:id="rId5"/>
              </a:rPr>
              <a:t>Pivotal Software</a:t>
            </a:r>
            <a:r>
              <a:rPr b="1" lang="en" sz="1200">
                <a:solidFill>
                  <a:srgbClr val="202122"/>
                </a:solidFill>
                <a:highlight>
                  <a:srgbClr val="FFFFFF"/>
                </a:highlight>
                <a:latin typeface="Arial"/>
                <a:ea typeface="Arial"/>
                <a:cs typeface="Arial"/>
                <a:sym typeface="Arial"/>
              </a:rPr>
              <a:t> </a:t>
            </a:r>
            <a:r>
              <a:rPr lang="en" sz="1200">
                <a:solidFill>
                  <a:srgbClr val="202122"/>
                </a:solidFill>
                <a:highlight>
                  <a:srgbClr val="FFFFFF"/>
                </a:highlight>
                <a:latin typeface="Arial"/>
                <a:ea typeface="Arial"/>
                <a:cs typeface="Arial"/>
                <a:sym typeface="Arial"/>
              </a:rPr>
              <a:t>in May 2013. Which then got acquired back by </a:t>
            </a:r>
            <a:r>
              <a:rPr b="1" lang="en" sz="1200">
                <a:solidFill>
                  <a:srgbClr val="202122"/>
                </a:solidFill>
                <a:highlight>
                  <a:srgbClr val="FFFFFF"/>
                </a:highlight>
                <a:latin typeface="Arial"/>
                <a:ea typeface="Arial"/>
                <a:cs typeface="Arial"/>
                <a:sym typeface="Arial"/>
              </a:rPr>
              <a:t>VMware </a:t>
            </a:r>
            <a:r>
              <a:rPr lang="en" sz="1200">
                <a:solidFill>
                  <a:srgbClr val="202122"/>
                </a:solidFill>
                <a:highlight>
                  <a:srgbClr val="FFFFFF"/>
                </a:highlight>
                <a:latin typeface="Arial"/>
                <a:ea typeface="Arial"/>
                <a:cs typeface="Arial"/>
                <a:sym typeface="Arial"/>
              </a:rPr>
              <a:t>in December 2019.</a:t>
            </a:r>
            <a:endParaRPr/>
          </a:p>
        </p:txBody>
      </p:sp>
      <p:sp>
        <p:nvSpPr>
          <p:cNvPr id="1252" name="Google Shape;1252;p154"/>
          <p:cNvSpPr txBox="1"/>
          <p:nvPr>
            <p:ph idx="4" type="body"/>
          </p:nvPr>
        </p:nvSpPr>
        <p:spPr>
          <a:xfrm>
            <a:off x="673775" y="1678425"/>
            <a:ext cx="8166000" cy="37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200">
                <a:latin typeface="Arial"/>
                <a:ea typeface="Arial"/>
                <a:cs typeface="Arial"/>
                <a:sym typeface="Arial"/>
              </a:rPr>
              <a:t>It is based on the </a:t>
            </a:r>
            <a:r>
              <a:rPr b="1" lang="en" sz="1200">
                <a:latin typeface="Arial"/>
                <a:ea typeface="Arial"/>
                <a:cs typeface="Arial"/>
                <a:sym typeface="Arial"/>
              </a:rPr>
              <a:t>Advanced Message Queuing Protocol (AMQP).</a:t>
            </a:r>
            <a:endParaRPr sz="1200"/>
          </a:p>
        </p:txBody>
      </p:sp>
      <p:sp>
        <p:nvSpPr>
          <p:cNvPr id="1253" name="Google Shape;1253;p154"/>
          <p:cNvSpPr txBox="1"/>
          <p:nvPr>
            <p:ph idx="5" type="body"/>
          </p:nvPr>
        </p:nvSpPr>
        <p:spPr>
          <a:xfrm>
            <a:off x="673775" y="1177700"/>
            <a:ext cx="8271900" cy="48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rgbClr val="202122"/>
                </a:solidFill>
                <a:highlight>
                  <a:srgbClr val="FFFFFF"/>
                </a:highlight>
                <a:latin typeface="Arial"/>
                <a:ea typeface="Arial"/>
                <a:cs typeface="Arial"/>
                <a:sym typeface="Arial"/>
              </a:rPr>
              <a:t>RabbitMQ</a:t>
            </a:r>
            <a:r>
              <a:rPr lang="en" sz="1200">
                <a:solidFill>
                  <a:srgbClr val="202122"/>
                </a:solidFill>
                <a:highlight>
                  <a:srgbClr val="FFFFFF"/>
                </a:highlight>
                <a:latin typeface="Arial"/>
                <a:ea typeface="Arial"/>
                <a:cs typeface="Arial"/>
                <a:sym typeface="Arial"/>
              </a:rPr>
              <a:t> </a:t>
            </a:r>
            <a:r>
              <a:rPr lang="en" sz="1200">
                <a:latin typeface="Arial"/>
                <a:ea typeface="Arial"/>
                <a:cs typeface="Arial"/>
                <a:sym typeface="Arial"/>
              </a:rPr>
              <a:t>is an open-source message broker software that facilitates communication between applications by sending and receiving messages.</a:t>
            </a:r>
            <a:endParaRPr sz="1200"/>
          </a:p>
        </p:txBody>
      </p:sp>
      <p:sp>
        <p:nvSpPr>
          <p:cNvPr id="1254" name="Google Shape;1254;p154"/>
          <p:cNvSpPr/>
          <p:nvPr/>
        </p:nvSpPr>
        <p:spPr>
          <a:xfrm>
            <a:off x="266463" y="2214821"/>
            <a:ext cx="276900" cy="276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5" name="Google Shape;1255;p154"/>
          <p:cNvSpPr/>
          <p:nvPr/>
        </p:nvSpPr>
        <p:spPr>
          <a:xfrm>
            <a:off x="266450" y="1740571"/>
            <a:ext cx="276900" cy="276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6" name="Google Shape;1256;p154"/>
          <p:cNvSpPr/>
          <p:nvPr/>
        </p:nvSpPr>
        <p:spPr>
          <a:xfrm>
            <a:off x="266463" y="2877546"/>
            <a:ext cx="276900" cy="276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7" name="Google Shape;1257;p154"/>
          <p:cNvSpPr/>
          <p:nvPr/>
        </p:nvSpPr>
        <p:spPr>
          <a:xfrm>
            <a:off x="266450" y="1319421"/>
            <a:ext cx="276900" cy="276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8" name="Google Shape;1258;p154"/>
          <p:cNvSpPr txBox="1"/>
          <p:nvPr>
            <p:ph idx="4294967295" type="subTitle"/>
          </p:nvPr>
        </p:nvSpPr>
        <p:spPr>
          <a:xfrm>
            <a:off x="237446" y="2801696"/>
            <a:ext cx="322200" cy="44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2"/>
                </a:solidFill>
              </a:rPr>
              <a:t>4 </a:t>
            </a:r>
            <a:endParaRPr sz="1700">
              <a:solidFill>
                <a:schemeClr val="dk2"/>
              </a:solidFill>
            </a:endParaRPr>
          </a:p>
        </p:txBody>
      </p:sp>
      <p:sp>
        <p:nvSpPr>
          <p:cNvPr id="1259" name="Google Shape;1259;p154"/>
          <p:cNvSpPr txBox="1"/>
          <p:nvPr>
            <p:ph idx="4294967295" type="subTitle"/>
          </p:nvPr>
        </p:nvSpPr>
        <p:spPr>
          <a:xfrm>
            <a:off x="237450" y="2122925"/>
            <a:ext cx="322200" cy="38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2"/>
                </a:solidFill>
              </a:rPr>
              <a:t>3 </a:t>
            </a:r>
            <a:endParaRPr sz="1700">
              <a:solidFill>
                <a:schemeClr val="dk2"/>
              </a:solidFill>
            </a:endParaRPr>
          </a:p>
        </p:txBody>
      </p:sp>
      <p:sp>
        <p:nvSpPr>
          <p:cNvPr id="1260" name="Google Shape;1260;p154"/>
          <p:cNvSpPr txBox="1"/>
          <p:nvPr>
            <p:ph idx="4294967295" type="subTitle"/>
          </p:nvPr>
        </p:nvSpPr>
        <p:spPr>
          <a:xfrm>
            <a:off x="242796" y="1661596"/>
            <a:ext cx="322200" cy="44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2"/>
                </a:solidFill>
              </a:rPr>
              <a:t>2 </a:t>
            </a:r>
            <a:endParaRPr sz="1700">
              <a:solidFill>
                <a:schemeClr val="dk2"/>
              </a:solidFill>
            </a:endParaRPr>
          </a:p>
        </p:txBody>
      </p:sp>
      <p:sp>
        <p:nvSpPr>
          <p:cNvPr id="1261" name="Google Shape;1261;p154"/>
          <p:cNvSpPr txBox="1"/>
          <p:nvPr>
            <p:ph idx="4294967295" type="subTitle"/>
          </p:nvPr>
        </p:nvSpPr>
        <p:spPr>
          <a:xfrm>
            <a:off x="242796" y="1234671"/>
            <a:ext cx="322200" cy="44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2"/>
                </a:solidFill>
              </a:rPr>
              <a:t>1 </a:t>
            </a:r>
            <a:endParaRPr sz="1700">
              <a:solidFill>
                <a:schemeClr val="dk2"/>
              </a:solidFill>
            </a:endParaRPr>
          </a:p>
        </p:txBody>
      </p:sp>
      <p:sp>
        <p:nvSpPr>
          <p:cNvPr id="1262" name="Google Shape;1262;p154"/>
          <p:cNvSpPr txBox="1"/>
          <p:nvPr>
            <p:ph idx="4294967295" type="title"/>
          </p:nvPr>
        </p:nvSpPr>
        <p:spPr>
          <a:xfrm>
            <a:off x="585375" y="538850"/>
            <a:ext cx="6740400" cy="63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solidFill>
                  <a:schemeClr val="dk1"/>
                </a:solidFill>
              </a:rPr>
              <a:t>What is RabbitMQ?</a:t>
            </a:r>
            <a:endParaRPr sz="4000">
              <a:solidFill>
                <a:schemeClr val="dk1"/>
              </a:solidFill>
            </a:endParaRPr>
          </a:p>
        </p:txBody>
      </p:sp>
      <p:sp>
        <p:nvSpPr>
          <p:cNvPr id="1263" name="Google Shape;1263;p154"/>
          <p:cNvSpPr txBox="1"/>
          <p:nvPr>
            <p:ph idx="4" type="body"/>
          </p:nvPr>
        </p:nvSpPr>
        <p:spPr>
          <a:xfrm>
            <a:off x="673775" y="3354825"/>
            <a:ext cx="8166000" cy="37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200">
                <a:solidFill>
                  <a:srgbClr val="202122"/>
                </a:solidFill>
                <a:highlight>
                  <a:srgbClr val="FFFFFF"/>
                </a:highlight>
                <a:latin typeface="Arial"/>
                <a:ea typeface="Arial"/>
                <a:cs typeface="Arial"/>
                <a:sym typeface="Arial"/>
              </a:rPr>
              <a:t>RabbitMQ is written in </a:t>
            </a:r>
            <a:r>
              <a:rPr b="1" lang="en" sz="1200">
                <a:solidFill>
                  <a:schemeClr val="hlink"/>
                </a:solidFill>
                <a:highlight>
                  <a:srgbClr val="FFFFFF"/>
                </a:highlight>
                <a:uFill>
                  <a:noFill/>
                </a:uFill>
                <a:latin typeface="Arial"/>
                <a:ea typeface="Arial"/>
                <a:cs typeface="Arial"/>
                <a:sym typeface="Arial"/>
                <a:hlinkClick r:id="rId6"/>
              </a:rPr>
              <a:t>Erlang</a:t>
            </a:r>
            <a:r>
              <a:rPr b="1" lang="en" sz="1200">
                <a:latin typeface="Lexend"/>
                <a:ea typeface="Lexend"/>
                <a:cs typeface="Lexend"/>
                <a:sym typeface="Lexend"/>
              </a:rPr>
              <a:t>.</a:t>
            </a:r>
            <a:endParaRPr b="1" sz="1200">
              <a:latin typeface="Lexend"/>
              <a:ea typeface="Lexend"/>
              <a:cs typeface="Lexend"/>
              <a:sym typeface="Lexend"/>
            </a:endParaRPr>
          </a:p>
        </p:txBody>
      </p:sp>
      <p:sp>
        <p:nvSpPr>
          <p:cNvPr id="1264" name="Google Shape;1264;p154"/>
          <p:cNvSpPr txBox="1"/>
          <p:nvPr>
            <p:ph idx="4294967295" type="subTitle"/>
          </p:nvPr>
        </p:nvSpPr>
        <p:spPr>
          <a:xfrm>
            <a:off x="237446" y="3354821"/>
            <a:ext cx="322200" cy="44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2"/>
                </a:solidFill>
              </a:rPr>
              <a:t>2 </a:t>
            </a:r>
            <a:endParaRPr sz="1700">
              <a:solidFill>
                <a:schemeClr val="dk2"/>
              </a:solidFill>
            </a:endParaRPr>
          </a:p>
        </p:txBody>
      </p:sp>
      <p:sp>
        <p:nvSpPr>
          <p:cNvPr id="1265" name="Google Shape;1265;p154"/>
          <p:cNvSpPr/>
          <p:nvPr/>
        </p:nvSpPr>
        <p:spPr>
          <a:xfrm>
            <a:off x="266463" y="3405671"/>
            <a:ext cx="276900" cy="276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2"/>
                </a:solidFill>
              </a:rPr>
              <a:t>5</a:t>
            </a:r>
            <a:endParaRPr b="1" sz="1600">
              <a:solidFill>
                <a:schemeClr val="dk2"/>
              </a:solidFill>
            </a:endParaRPr>
          </a:p>
        </p:txBody>
      </p:sp>
      <p:sp>
        <p:nvSpPr>
          <p:cNvPr id="1266" name="Google Shape;1266;p154"/>
          <p:cNvSpPr txBox="1"/>
          <p:nvPr>
            <p:ph idx="3" type="body"/>
          </p:nvPr>
        </p:nvSpPr>
        <p:spPr>
          <a:xfrm>
            <a:off x="673775" y="3849175"/>
            <a:ext cx="8221800" cy="6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200">
                <a:solidFill>
                  <a:srgbClr val="202122"/>
                </a:solidFill>
                <a:highlight>
                  <a:srgbClr val="FFFFFF"/>
                </a:highlight>
                <a:latin typeface="Arial"/>
                <a:ea typeface="Arial"/>
                <a:cs typeface="Arial"/>
                <a:sym typeface="Arial"/>
              </a:rPr>
              <a:t>Since November 2020, there are </a:t>
            </a:r>
            <a:r>
              <a:rPr b="1" lang="en" sz="1200">
                <a:solidFill>
                  <a:srgbClr val="202122"/>
                </a:solidFill>
                <a:highlight>
                  <a:srgbClr val="FFFFFF"/>
                </a:highlight>
                <a:latin typeface="Arial"/>
                <a:ea typeface="Arial"/>
                <a:cs typeface="Arial"/>
                <a:sym typeface="Arial"/>
              </a:rPr>
              <a:t>commercial offerings available </a:t>
            </a:r>
            <a:r>
              <a:rPr lang="en" sz="1200">
                <a:solidFill>
                  <a:srgbClr val="202122"/>
                </a:solidFill>
                <a:highlight>
                  <a:srgbClr val="FFFFFF"/>
                </a:highlight>
                <a:latin typeface="Arial"/>
                <a:ea typeface="Arial"/>
                <a:cs typeface="Arial"/>
                <a:sym typeface="Arial"/>
              </a:rPr>
              <a:t>of RabbitMQ, for support and enterprise features: "VMware RabbitMQ OVA", "VMware RabbitMQ" and "VMware RabbitMQ for Kubernetes"</a:t>
            </a:r>
            <a:endParaRPr/>
          </a:p>
        </p:txBody>
      </p:sp>
      <p:sp>
        <p:nvSpPr>
          <p:cNvPr id="1267" name="Google Shape;1267;p154"/>
          <p:cNvSpPr/>
          <p:nvPr/>
        </p:nvSpPr>
        <p:spPr>
          <a:xfrm>
            <a:off x="266463" y="4015271"/>
            <a:ext cx="276900" cy="276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dk2"/>
                </a:solidFill>
              </a:rPr>
              <a:t>6</a:t>
            </a:r>
            <a:endParaRPr b="1" sz="16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55"/>
          <p:cNvSpPr txBox="1"/>
          <p:nvPr>
            <p:ph idx="5" type="body"/>
          </p:nvPr>
        </p:nvSpPr>
        <p:spPr>
          <a:xfrm>
            <a:off x="349200" y="1291625"/>
            <a:ext cx="8271900" cy="9405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0000FF"/>
                </a:solidFill>
                <a:latin typeface="Arial"/>
                <a:ea typeface="Arial"/>
                <a:cs typeface="Arial"/>
                <a:sym typeface="Arial"/>
              </a:rPr>
              <a:t>1.</a:t>
            </a:r>
            <a:r>
              <a:rPr b="1" lang="en" sz="1200">
                <a:latin typeface="Arial"/>
                <a:ea typeface="Arial"/>
                <a:cs typeface="Arial"/>
                <a:sym typeface="Arial"/>
              </a:rPr>
              <a:t> </a:t>
            </a:r>
            <a:r>
              <a:rPr b="1" lang="en" sz="1200">
                <a:solidFill>
                  <a:srgbClr val="0000FF"/>
                </a:solidFill>
                <a:latin typeface="Arial"/>
                <a:ea typeface="Arial"/>
                <a:cs typeface="Arial"/>
                <a:sym typeface="Arial"/>
              </a:rPr>
              <a:t>Decoupling of Systems</a:t>
            </a:r>
            <a:br>
              <a:rPr b="1" lang="en" sz="1200">
                <a:solidFill>
                  <a:srgbClr val="0000FF"/>
                </a:solidFill>
                <a:latin typeface="Arial"/>
                <a:ea typeface="Arial"/>
                <a:cs typeface="Arial"/>
                <a:sym typeface="Arial"/>
              </a:rPr>
            </a:br>
            <a:br>
              <a:rPr b="1" lang="en" sz="400">
                <a:latin typeface="Arial"/>
                <a:ea typeface="Arial"/>
                <a:cs typeface="Arial"/>
                <a:sym typeface="Arial"/>
              </a:rPr>
            </a:br>
            <a:r>
              <a:rPr b="1" lang="en" sz="1200">
                <a:latin typeface="Arial"/>
                <a:ea typeface="Arial"/>
                <a:cs typeface="Arial"/>
                <a:sym typeface="Arial"/>
              </a:rPr>
              <a:t>      </a:t>
            </a:r>
            <a:r>
              <a:rPr b="1" lang="en" sz="1200">
                <a:latin typeface="Arial"/>
                <a:ea typeface="Arial"/>
                <a:cs typeface="Arial"/>
                <a:sym typeface="Arial"/>
              </a:rPr>
              <a:t>- Problem</a:t>
            </a:r>
            <a:r>
              <a:rPr lang="en" sz="1200">
                <a:latin typeface="Arial"/>
                <a:ea typeface="Arial"/>
                <a:cs typeface="Arial"/>
                <a:sym typeface="Arial"/>
              </a:rPr>
              <a:t>: Tightly coupled systems are harder to modify and scale.</a:t>
            </a:r>
            <a:br>
              <a:rPr lang="en" sz="1200">
                <a:latin typeface="Arial"/>
                <a:ea typeface="Arial"/>
                <a:cs typeface="Arial"/>
                <a:sym typeface="Arial"/>
              </a:rPr>
            </a:br>
            <a:r>
              <a:rPr lang="en" sz="1200">
                <a:latin typeface="Arial"/>
                <a:ea typeface="Arial"/>
                <a:cs typeface="Arial"/>
                <a:sym typeface="Arial"/>
              </a:rPr>
              <a:t>      </a:t>
            </a:r>
            <a:r>
              <a:rPr b="1" lang="en" sz="1200">
                <a:latin typeface="Arial"/>
                <a:ea typeface="Arial"/>
                <a:cs typeface="Arial"/>
                <a:sym typeface="Arial"/>
              </a:rPr>
              <a:t>-</a:t>
            </a:r>
            <a:r>
              <a:rPr lang="en" sz="1200">
                <a:latin typeface="Arial"/>
                <a:ea typeface="Arial"/>
                <a:cs typeface="Arial"/>
                <a:sym typeface="Arial"/>
              </a:rPr>
              <a:t> </a:t>
            </a:r>
            <a:r>
              <a:rPr b="1" lang="en" sz="1200">
                <a:latin typeface="Arial"/>
                <a:ea typeface="Arial"/>
                <a:cs typeface="Arial"/>
                <a:sym typeface="Arial"/>
              </a:rPr>
              <a:t>RabbitMQ</a:t>
            </a:r>
            <a:r>
              <a:rPr lang="en" sz="1200">
                <a:latin typeface="Arial"/>
                <a:ea typeface="Arial"/>
                <a:cs typeface="Arial"/>
                <a:sym typeface="Arial"/>
              </a:rPr>
              <a:t>: Decouples components, allowing asynchronous communication through a message broker,</a:t>
            </a:r>
            <a:br>
              <a:rPr lang="en" sz="1200">
                <a:latin typeface="Arial"/>
                <a:ea typeface="Arial"/>
                <a:cs typeface="Arial"/>
                <a:sym typeface="Arial"/>
              </a:rPr>
            </a:br>
            <a:r>
              <a:rPr lang="en" sz="1200">
                <a:latin typeface="Arial"/>
                <a:ea typeface="Arial"/>
                <a:cs typeface="Arial"/>
                <a:sym typeface="Arial"/>
              </a:rPr>
              <a:t>        making systems more maintainable and scalable</a:t>
            </a:r>
            <a:endParaRPr sz="1200">
              <a:latin typeface="Arial"/>
              <a:ea typeface="Arial"/>
              <a:cs typeface="Arial"/>
              <a:sym typeface="Arial"/>
            </a:endParaRPr>
          </a:p>
        </p:txBody>
      </p:sp>
      <p:sp>
        <p:nvSpPr>
          <p:cNvPr id="1273" name="Google Shape;1273;p155"/>
          <p:cNvSpPr txBox="1"/>
          <p:nvPr>
            <p:ph idx="4294967295" type="title"/>
          </p:nvPr>
        </p:nvSpPr>
        <p:spPr>
          <a:xfrm>
            <a:off x="476475" y="611275"/>
            <a:ext cx="8475300" cy="63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solidFill>
                  <a:schemeClr val="dk1"/>
                </a:solidFill>
              </a:rPr>
              <a:t>Why we  need RabbitMQ?</a:t>
            </a:r>
            <a:endParaRPr sz="4000">
              <a:solidFill>
                <a:schemeClr val="dk1"/>
              </a:solidFill>
            </a:endParaRPr>
          </a:p>
        </p:txBody>
      </p:sp>
      <p:sp>
        <p:nvSpPr>
          <p:cNvPr id="1274" name="Google Shape;1274;p155"/>
          <p:cNvSpPr txBox="1"/>
          <p:nvPr>
            <p:ph idx="4294967295" type="subTitle"/>
          </p:nvPr>
        </p:nvSpPr>
        <p:spPr>
          <a:xfrm>
            <a:off x="237446" y="3354821"/>
            <a:ext cx="322200" cy="44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2"/>
                </a:solidFill>
              </a:rPr>
              <a:t>2 </a:t>
            </a:r>
            <a:endParaRPr sz="1700">
              <a:solidFill>
                <a:schemeClr val="dk2"/>
              </a:solidFill>
            </a:endParaRPr>
          </a:p>
        </p:txBody>
      </p:sp>
      <p:sp>
        <p:nvSpPr>
          <p:cNvPr id="1275" name="Google Shape;1275;p155"/>
          <p:cNvSpPr txBox="1"/>
          <p:nvPr>
            <p:ph idx="5" type="body"/>
          </p:nvPr>
        </p:nvSpPr>
        <p:spPr>
          <a:xfrm>
            <a:off x="349200" y="2212900"/>
            <a:ext cx="8271900" cy="857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188038"/>
                </a:solidFill>
                <a:latin typeface="Arial"/>
                <a:ea typeface="Arial"/>
                <a:cs typeface="Arial"/>
                <a:sym typeface="Arial"/>
              </a:rPr>
              <a:t>2</a:t>
            </a:r>
            <a:r>
              <a:rPr b="1" lang="en" sz="1200">
                <a:solidFill>
                  <a:srgbClr val="188038"/>
                </a:solidFill>
                <a:latin typeface="Arial"/>
                <a:ea typeface="Arial"/>
                <a:cs typeface="Arial"/>
                <a:sym typeface="Arial"/>
              </a:rPr>
              <a:t>. </a:t>
            </a:r>
            <a:r>
              <a:rPr b="1" lang="en" sz="1200">
                <a:solidFill>
                  <a:srgbClr val="188038"/>
                </a:solidFill>
                <a:latin typeface="Arial"/>
                <a:ea typeface="Arial"/>
                <a:cs typeface="Arial"/>
                <a:sym typeface="Arial"/>
              </a:rPr>
              <a:t>Asynchronous Communication</a:t>
            </a:r>
            <a:br>
              <a:rPr b="1" lang="en" sz="1200">
                <a:solidFill>
                  <a:srgbClr val="188038"/>
                </a:solidFill>
                <a:latin typeface="Arial"/>
                <a:ea typeface="Arial"/>
                <a:cs typeface="Arial"/>
                <a:sym typeface="Arial"/>
              </a:rPr>
            </a:br>
            <a:br>
              <a:rPr b="1" lang="en" sz="400">
                <a:latin typeface="Arial"/>
                <a:ea typeface="Arial"/>
                <a:cs typeface="Arial"/>
                <a:sym typeface="Arial"/>
              </a:rPr>
            </a:br>
            <a:r>
              <a:rPr b="1" lang="en" sz="1200">
                <a:latin typeface="Arial"/>
                <a:ea typeface="Arial"/>
                <a:cs typeface="Arial"/>
                <a:sym typeface="Arial"/>
              </a:rPr>
              <a:t>      - Problem</a:t>
            </a:r>
            <a:r>
              <a:rPr lang="en" sz="1200">
                <a:latin typeface="Arial"/>
                <a:ea typeface="Arial"/>
                <a:cs typeface="Arial"/>
                <a:sym typeface="Arial"/>
              </a:rPr>
              <a:t>: </a:t>
            </a:r>
            <a:r>
              <a:rPr lang="en" sz="1200">
                <a:latin typeface="Arial"/>
                <a:ea typeface="Arial"/>
                <a:cs typeface="Arial"/>
                <a:sym typeface="Arial"/>
              </a:rPr>
              <a:t>Synchronous communication can lead to performance bottlenecks.</a:t>
            </a:r>
            <a:br>
              <a:rPr lang="en" sz="1200">
                <a:latin typeface="Arial"/>
                <a:ea typeface="Arial"/>
                <a:cs typeface="Arial"/>
                <a:sym typeface="Arial"/>
              </a:rPr>
            </a:br>
            <a:r>
              <a:rPr lang="en" sz="1200">
                <a:latin typeface="Arial"/>
                <a:ea typeface="Arial"/>
                <a:cs typeface="Arial"/>
                <a:sym typeface="Arial"/>
              </a:rPr>
              <a:t>      </a:t>
            </a:r>
            <a:r>
              <a:rPr b="1" lang="en" sz="1200">
                <a:latin typeface="Arial"/>
                <a:ea typeface="Arial"/>
                <a:cs typeface="Arial"/>
                <a:sym typeface="Arial"/>
              </a:rPr>
              <a:t>-</a:t>
            </a:r>
            <a:r>
              <a:rPr lang="en" sz="1200">
                <a:latin typeface="Arial"/>
                <a:ea typeface="Arial"/>
                <a:cs typeface="Arial"/>
                <a:sym typeface="Arial"/>
              </a:rPr>
              <a:t> </a:t>
            </a:r>
            <a:r>
              <a:rPr b="1" lang="en" sz="1200">
                <a:latin typeface="Arial"/>
                <a:ea typeface="Arial"/>
                <a:cs typeface="Arial"/>
                <a:sym typeface="Arial"/>
              </a:rPr>
              <a:t>RabbitMQ</a:t>
            </a:r>
            <a:r>
              <a:rPr lang="en" sz="1200">
                <a:latin typeface="Arial"/>
                <a:ea typeface="Arial"/>
                <a:cs typeface="Arial"/>
                <a:sym typeface="Arial"/>
              </a:rPr>
              <a:t>: </a:t>
            </a:r>
            <a:r>
              <a:rPr lang="en" sz="1200">
                <a:latin typeface="Arial"/>
                <a:ea typeface="Arial"/>
                <a:cs typeface="Arial"/>
                <a:sym typeface="Arial"/>
              </a:rPr>
              <a:t>Enables asynchronous message passing, improving responsiveness and system efficiency.</a:t>
            </a:r>
            <a:endParaRPr sz="1200">
              <a:latin typeface="Arial"/>
              <a:ea typeface="Arial"/>
              <a:cs typeface="Arial"/>
              <a:sym typeface="Arial"/>
            </a:endParaRPr>
          </a:p>
        </p:txBody>
      </p:sp>
      <p:sp>
        <p:nvSpPr>
          <p:cNvPr id="1276" name="Google Shape;1276;p155"/>
          <p:cNvSpPr txBox="1"/>
          <p:nvPr>
            <p:ph idx="5" type="body"/>
          </p:nvPr>
        </p:nvSpPr>
        <p:spPr>
          <a:xfrm>
            <a:off x="349200" y="3127300"/>
            <a:ext cx="8271900" cy="857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400"/>
              </a:spcAft>
              <a:buNone/>
            </a:pPr>
            <a:r>
              <a:rPr b="1" lang="en" sz="1200">
                <a:solidFill>
                  <a:srgbClr val="CC0000"/>
                </a:solidFill>
                <a:latin typeface="Arial"/>
                <a:ea typeface="Arial"/>
                <a:cs typeface="Arial"/>
                <a:sym typeface="Arial"/>
              </a:rPr>
              <a:t>3</a:t>
            </a:r>
            <a:r>
              <a:rPr b="1" lang="en" sz="1200">
                <a:solidFill>
                  <a:srgbClr val="CC0000"/>
                </a:solidFill>
                <a:latin typeface="Arial"/>
                <a:ea typeface="Arial"/>
                <a:cs typeface="Arial"/>
                <a:sym typeface="Arial"/>
              </a:rPr>
              <a:t>. </a:t>
            </a:r>
            <a:r>
              <a:rPr b="1" lang="en" sz="1200">
                <a:solidFill>
                  <a:srgbClr val="CC0000"/>
                </a:solidFill>
                <a:latin typeface="Arial"/>
                <a:ea typeface="Arial"/>
                <a:cs typeface="Arial"/>
                <a:sym typeface="Arial"/>
              </a:rPr>
              <a:t>Reliability and Guaranteed Delivery</a:t>
            </a:r>
            <a:br>
              <a:rPr b="1" lang="en" sz="1200">
                <a:solidFill>
                  <a:srgbClr val="CC0000"/>
                </a:solidFill>
                <a:latin typeface="Arial"/>
                <a:ea typeface="Arial"/>
                <a:cs typeface="Arial"/>
                <a:sym typeface="Arial"/>
              </a:rPr>
            </a:br>
            <a:br>
              <a:rPr b="1" lang="en" sz="400">
                <a:latin typeface="Arial"/>
                <a:ea typeface="Arial"/>
                <a:cs typeface="Arial"/>
                <a:sym typeface="Arial"/>
              </a:rPr>
            </a:br>
            <a:r>
              <a:rPr b="1" lang="en" sz="1200">
                <a:latin typeface="Arial"/>
                <a:ea typeface="Arial"/>
                <a:cs typeface="Arial"/>
                <a:sym typeface="Arial"/>
              </a:rPr>
              <a:t>      - Problem</a:t>
            </a:r>
            <a:r>
              <a:rPr lang="en" sz="1200">
                <a:latin typeface="Arial"/>
                <a:ea typeface="Arial"/>
                <a:cs typeface="Arial"/>
                <a:sym typeface="Arial"/>
              </a:rPr>
              <a:t>: </a:t>
            </a:r>
            <a:r>
              <a:rPr lang="en" sz="1200">
                <a:latin typeface="Arial"/>
                <a:ea typeface="Arial"/>
                <a:cs typeface="Arial"/>
                <a:sym typeface="Arial"/>
              </a:rPr>
              <a:t>Message loss can impact critical applications</a:t>
            </a:r>
            <a:r>
              <a:rPr lang="en" sz="1200">
                <a:latin typeface="Arial"/>
                <a:ea typeface="Arial"/>
                <a:cs typeface="Arial"/>
                <a:sym typeface="Arial"/>
              </a:rPr>
              <a:t>.</a:t>
            </a:r>
            <a:br>
              <a:rPr lang="en" sz="1200">
                <a:latin typeface="Arial"/>
                <a:ea typeface="Arial"/>
                <a:cs typeface="Arial"/>
                <a:sym typeface="Arial"/>
              </a:rPr>
            </a:br>
            <a:r>
              <a:rPr lang="en" sz="1200">
                <a:latin typeface="Arial"/>
                <a:ea typeface="Arial"/>
                <a:cs typeface="Arial"/>
                <a:sym typeface="Arial"/>
              </a:rPr>
              <a:t>      </a:t>
            </a:r>
            <a:r>
              <a:rPr b="1" lang="en" sz="1200">
                <a:latin typeface="Arial"/>
                <a:ea typeface="Arial"/>
                <a:cs typeface="Arial"/>
                <a:sym typeface="Arial"/>
              </a:rPr>
              <a:t>-</a:t>
            </a:r>
            <a:r>
              <a:rPr lang="en" sz="1200">
                <a:latin typeface="Arial"/>
                <a:ea typeface="Arial"/>
                <a:cs typeface="Arial"/>
                <a:sym typeface="Arial"/>
              </a:rPr>
              <a:t> </a:t>
            </a:r>
            <a:r>
              <a:rPr b="1" lang="en" sz="1200">
                <a:latin typeface="Arial"/>
                <a:ea typeface="Arial"/>
                <a:cs typeface="Arial"/>
                <a:sym typeface="Arial"/>
              </a:rPr>
              <a:t>RabbitMQ</a:t>
            </a:r>
            <a:r>
              <a:rPr lang="en" sz="1200">
                <a:latin typeface="Arial"/>
                <a:ea typeface="Arial"/>
                <a:cs typeface="Arial"/>
                <a:sym typeface="Arial"/>
              </a:rPr>
              <a:t>: </a:t>
            </a:r>
            <a:r>
              <a:rPr lang="en" sz="1200">
                <a:latin typeface="Arial"/>
                <a:ea typeface="Arial"/>
                <a:cs typeface="Arial"/>
                <a:sym typeface="Arial"/>
              </a:rPr>
              <a:t>Ensures reliable message delivery with features like persistence and acknowledgments.</a:t>
            </a:r>
            <a:endParaRPr sz="1200">
              <a:latin typeface="Arial"/>
              <a:ea typeface="Arial"/>
              <a:cs typeface="Arial"/>
              <a:sym typeface="Arial"/>
            </a:endParaRPr>
          </a:p>
        </p:txBody>
      </p:sp>
      <p:sp>
        <p:nvSpPr>
          <p:cNvPr id="1277" name="Google Shape;1277;p155"/>
          <p:cNvSpPr txBox="1"/>
          <p:nvPr>
            <p:ph idx="5" type="body"/>
          </p:nvPr>
        </p:nvSpPr>
        <p:spPr>
          <a:xfrm>
            <a:off x="349200" y="4041700"/>
            <a:ext cx="8271900" cy="857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400"/>
              </a:spcAft>
              <a:buNone/>
            </a:pPr>
            <a:r>
              <a:rPr b="1" lang="en" sz="1200">
                <a:solidFill>
                  <a:srgbClr val="351C75"/>
                </a:solidFill>
                <a:latin typeface="Arial"/>
                <a:ea typeface="Arial"/>
                <a:cs typeface="Arial"/>
                <a:sym typeface="Arial"/>
              </a:rPr>
              <a:t>4</a:t>
            </a:r>
            <a:r>
              <a:rPr b="1" lang="en" sz="1200">
                <a:solidFill>
                  <a:srgbClr val="351C75"/>
                </a:solidFill>
                <a:latin typeface="Arial"/>
                <a:ea typeface="Arial"/>
                <a:cs typeface="Arial"/>
                <a:sym typeface="Arial"/>
              </a:rPr>
              <a:t>. </a:t>
            </a:r>
            <a:r>
              <a:rPr b="1" lang="en" sz="1200">
                <a:solidFill>
                  <a:srgbClr val="351C75"/>
                </a:solidFill>
                <a:latin typeface="Arial"/>
                <a:ea typeface="Arial"/>
                <a:cs typeface="Arial"/>
                <a:sym typeface="Arial"/>
              </a:rPr>
              <a:t>Event-Driven Architecture</a:t>
            </a:r>
            <a:br>
              <a:rPr b="1" lang="en" sz="1200">
                <a:solidFill>
                  <a:srgbClr val="351C75"/>
                </a:solidFill>
                <a:latin typeface="Arial"/>
                <a:ea typeface="Arial"/>
                <a:cs typeface="Arial"/>
                <a:sym typeface="Arial"/>
              </a:rPr>
            </a:br>
            <a:br>
              <a:rPr b="1" lang="en" sz="500">
                <a:latin typeface="Arial"/>
                <a:ea typeface="Arial"/>
                <a:cs typeface="Arial"/>
                <a:sym typeface="Arial"/>
              </a:rPr>
            </a:br>
            <a:r>
              <a:rPr b="1" lang="en" sz="1200">
                <a:latin typeface="Arial"/>
                <a:ea typeface="Arial"/>
                <a:cs typeface="Arial"/>
                <a:sym typeface="Arial"/>
              </a:rPr>
              <a:t>      - Problem</a:t>
            </a:r>
            <a:r>
              <a:rPr lang="en" sz="1200">
                <a:latin typeface="Arial"/>
                <a:ea typeface="Arial"/>
                <a:cs typeface="Arial"/>
                <a:sym typeface="Arial"/>
              </a:rPr>
              <a:t>: </a:t>
            </a:r>
            <a:r>
              <a:rPr lang="en" sz="1200">
                <a:latin typeface="Arial"/>
                <a:ea typeface="Arial"/>
                <a:cs typeface="Arial"/>
                <a:sym typeface="Arial"/>
              </a:rPr>
              <a:t>Managing events in complex systems can be difficult</a:t>
            </a:r>
            <a:r>
              <a:rPr lang="en" sz="1200">
                <a:latin typeface="Arial"/>
                <a:ea typeface="Arial"/>
                <a:cs typeface="Arial"/>
                <a:sym typeface="Arial"/>
              </a:rPr>
              <a:t>.</a:t>
            </a:r>
            <a:br>
              <a:rPr lang="en" sz="1200">
                <a:latin typeface="Arial"/>
                <a:ea typeface="Arial"/>
                <a:cs typeface="Arial"/>
                <a:sym typeface="Arial"/>
              </a:rPr>
            </a:br>
            <a:r>
              <a:rPr lang="en" sz="1200">
                <a:latin typeface="Arial"/>
                <a:ea typeface="Arial"/>
                <a:cs typeface="Arial"/>
                <a:sym typeface="Arial"/>
              </a:rPr>
              <a:t>      </a:t>
            </a:r>
            <a:r>
              <a:rPr b="1" lang="en" sz="1200">
                <a:latin typeface="Arial"/>
                <a:ea typeface="Arial"/>
                <a:cs typeface="Arial"/>
                <a:sym typeface="Arial"/>
              </a:rPr>
              <a:t>-</a:t>
            </a:r>
            <a:r>
              <a:rPr lang="en" sz="1200">
                <a:latin typeface="Arial"/>
                <a:ea typeface="Arial"/>
                <a:cs typeface="Arial"/>
                <a:sym typeface="Arial"/>
              </a:rPr>
              <a:t> </a:t>
            </a:r>
            <a:r>
              <a:rPr b="1" lang="en" sz="1200">
                <a:latin typeface="Arial"/>
                <a:ea typeface="Arial"/>
                <a:cs typeface="Arial"/>
                <a:sym typeface="Arial"/>
              </a:rPr>
              <a:t>RabbitMQ</a:t>
            </a:r>
            <a:r>
              <a:rPr lang="en" sz="1200">
                <a:latin typeface="Arial"/>
                <a:ea typeface="Arial"/>
                <a:cs typeface="Arial"/>
                <a:sym typeface="Arial"/>
              </a:rPr>
              <a:t>: </a:t>
            </a:r>
            <a:r>
              <a:rPr lang="en" sz="1200">
                <a:latin typeface="Arial"/>
                <a:ea typeface="Arial"/>
                <a:cs typeface="Arial"/>
                <a:sym typeface="Arial"/>
              </a:rPr>
              <a:t>Facilitates event-driven communication by routing messages to the appropriate consumers.</a:t>
            </a:r>
            <a:endParaRPr sz="12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pic>
        <p:nvPicPr>
          <p:cNvPr id="1282" name="Google Shape;1282;p156"/>
          <p:cNvPicPr preferRelativeResize="0"/>
          <p:nvPr/>
        </p:nvPicPr>
        <p:blipFill>
          <a:blip r:embed="rId3">
            <a:alphaModFix/>
          </a:blip>
          <a:stretch>
            <a:fillRect/>
          </a:stretch>
        </p:blipFill>
        <p:spPr>
          <a:xfrm>
            <a:off x="918650" y="145600"/>
            <a:ext cx="8189464" cy="4997900"/>
          </a:xfrm>
          <a:prstGeom prst="rect">
            <a:avLst/>
          </a:prstGeom>
          <a:noFill/>
          <a:ln>
            <a:noFill/>
          </a:ln>
        </p:spPr>
      </p:pic>
      <p:sp>
        <p:nvSpPr>
          <p:cNvPr id="1283" name="Google Shape;1283;p156"/>
          <p:cNvSpPr txBox="1"/>
          <p:nvPr>
            <p:ph idx="4294967295" type="title"/>
          </p:nvPr>
        </p:nvSpPr>
        <p:spPr>
          <a:xfrm>
            <a:off x="76200" y="0"/>
            <a:ext cx="6740400" cy="569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2500">
                <a:solidFill>
                  <a:srgbClr val="CC0000"/>
                </a:solidFill>
              </a:rPr>
              <a:t>RabbitMQ structure</a:t>
            </a:r>
            <a:endParaRPr sz="2500">
              <a:solidFill>
                <a:srgbClr val="CC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157"/>
          <p:cNvSpPr txBox="1"/>
          <p:nvPr>
            <p:ph type="title"/>
          </p:nvPr>
        </p:nvSpPr>
        <p:spPr>
          <a:xfrm>
            <a:off x="125" y="21900"/>
            <a:ext cx="9144000" cy="37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FF"/>
                </a:solidFill>
              </a:rPr>
              <a:t>RabbitMQ main concepts</a:t>
            </a:r>
            <a:endParaRPr sz="2400">
              <a:solidFill>
                <a:srgbClr val="0000FF"/>
              </a:solidFill>
            </a:endParaRPr>
          </a:p>
        </p:txBody>
      </p:sp>
      <p:sp>
        <p:nvSpPr>
          <p:cNvPr id="1289" name="Google Shape;1289;p157"/>
          <p:cNvSpPr txBox="1"/>
          <p:nvPr/>
        </p:nvSpPr>
        <p:spPr>
          <a:xfrm>
            <a:off x="65900" y="339450"/>
            <a:ext cx="8998200" cy="4704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rgbClr val="274E13"/>
              </a:buClr>
              <a:buSzPts val="1200"/>
              <a:buFont typeface="Roboto"/>
              <a:buChar char="●"/>
            </a:pPr>
            <a:r>
              <a:rPr b="1" lang="en" sz="1200" u="sng">
                <a:solidFill>
                  <a:srgbClr val="274E13"/>
                </a:solidFill>
                <a:highlight>
                  <a:srgbClr val="FFFFFF"/>
                </a:highlight>
                <a:latin typeface="Roboto"/>
                <a:ea typeface="Roboto"/>
                <a:cs typeface="Roboto"/>
                <a:sym typeface="Roboto"/>
              </a:rPr>
              <a:t>RabbitMQ broker</a:t>
            </a:r>
            <a:r>
              <a:rPr b="1" lang="en" sz="1200">
                <a:solidFill>
                  <a:srgbClr val="274E13"/>
                </a:solidFill>
                <a:highlight>
                  <a:srgbClr val="FFFFFF"/>
                </a:highlight>
                <a:latin typeface="Roboto"/>
                <a:ea typeface="Roboto"/>
                <a:cs typeface="Roboto"/>
                <a:sym typeface="Roboto"/>
              </a:rPr>
              <a:t>:</a:t>
            </a:r>
            <a:r>
              <a:rPr lang="en" sz="1200">
                <a:solidFill>
                  <a:srgbClr val="274E13"/>
                </a:solidFill>
                <a:highlight>
                  <a:srgbClr val="FFFFFF"/>
                </a:highlight>
                <a:latin typeface="Roboto"/>
                <a:ea typeface="Roboto"/>
                <a:cs typeface="Roboto"/>
                <a:sym typeface="Roboto"/>
              </a:rPr>
              <a:t> software that </a:t>
            </a:r>
            <a:r>
              <a:rPr b="1" lang="en" sz="1200">
                <a:solidFill>
                  <a:srgbClr val="274E13"/>
                </a:solidFill>
                <a:highlight>
                  <a:srgbClr val="FFFFFF"/>
                </a:highlight>
                <a:latin typeface="Roboto"/>
                <a:ea typeface="Roboto"/>
                <a:cs typeface="Roboto"/>
                <a:sym typeface="Roboto"/>
              </a:rPr>
              <a:t>routes, stores, and delivers messages between producers and consumers</a:t>
            </a:r>
            <a:r>
              <a:rPr lang="en" sz="1200">
                <a:solidFill>
                  <a:srgbClr val="274E13"/>
                </a:solidFill>
                <a:highlight>
                  <a:srgbClr val="FFFFFF"/>
                </a:highlight>
                <a:latin typeface="Roboto"/>
                <a:ea typeface="Roboto"/>
                <a:cs typeface="Roboto"/>
                <a:sym typeface="Roboto"/>
              </a:rPr>
              <a:t>. It is responsible for message delivery and ensuring that messages are properly routed and queued based on the specified configurations.</a:t>
            </a:r>
            <a:endParaRPr sz="1200">
              <a:solidFill>
                <a:srgbClr val="274E13"/>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274E13"/>
              </a:buClr>
              <a:buSzPts val="1200"/>
              <a:buFont typeface="Roboto"/>
              <a:buChar char="●"/>
            </a:pPr>
            <a:r>
              <a:rPr b="1" lang="en" sz="1200" u="sng">
                <a:solidFill>
                  <a:srgbClr val="274E13"/>
                </a:solidFill>
                <a:highlight>
                  <a:srgbClr val="FFFFFF"/>
                </a:highlight>
                <a:latin typeface="Roboto"/>
                <a:ea typeface="Roboto"/>
                <a:cs typeface="Roboto"/>
                <a:sym typeface="Roboto"/>
              </a:rPr>
              <a:t>Producer</a:t>
            </a:r>
            <a:r>
              <a:rPr lang="en" sz="1200">
                <a:solidFill>
                  <a:srgbClr val="274E13"/>
                </a:solidFill>
                <a:highlight>
                  <a:srgbClr val="FFFFFF"/>
                </a:highlight>
                <a:latin typeface="Roboto"/>
                <a:ea typeface="Roboto"/>
                <a:cs typeface="Roboto"/>
                <a:sym typeface="Roboto"/>
              </a:rPr>
              <a:t>: Application that sends the messages.</a:t>
            </a:r>
            <a:endParaRPr sz="12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Consumer</a:t>
            </a:r>
            <a:r>
              <a:rPr lang="en" sz="1300">
                <a:solidFill>
                  <a:srgbClr val="274E13"/>
                </a:solidFill>
                <a:highlight>
                  <a:srgbClr val="FFFFFF"/>
                </a:highlight>
                <a:latin typeface="Roboto"/>
                <a:ea typeface="Roboto"/>
                <a:cs typeface="Roboto"/>
                <a:sym typeface="Roboto"/>
              </a:rPr>
              <a:t>: Application that receives the messages.</a:t>
            </a:r>
            <a:endParaRPr sz="13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Queue</a:t>
            </a:r>
            <a:r>
              <a:rPr lang="en" sz="1300">
                <a:solidFill>
                  <a:srgbClr val="274E13"/>
                </a:solidFill>
                <a:highlight>
                  <a:srgbClr val="FFFFFF"/>
                </a:highlight>
                <a:latin typeface="Roboto"/>
                <a:ea typeface="Roboto"/>
                <a:cs typeface="Roboto"/>
                <a:sym typeface="Roboto"/>
              </a:rPr>
              <a:t>: storage mechanism that </a:t>
            </a:r>
            <a:r>
              <a:rPr b="1" lang="en" sz="1300">
                <a:solidFill>
                  <a:srgbClr val="274E13"/>
                </a:solidFill>
                <a:highlight>
                  <a:srgbClr val="FFFFFF"/>
                </a:highlight>
                <a:latin typeface="Roboto"/>
                <a:ea typeface="Roboto"/>
                <a:cs typeface="Roboto"/>
                <a:sym typeface="Roboto"/>
              </a:rPr>
              <a:t>holds messages until they are consumed</a:t>
            </a:r>
            <a:r>
              <a:rPr lang="en" sz="1300">
                <a:solidFill>
                  <a:srgbClr val="274E13"/>
                </a:solidFill>
                <a:highlight>
                  <a:srgbClr val="FFFFFF"/>
                </a:highlight>
                <a:latin typeface="Roboto"/>
                <a:ea typeface="Roboto"/>
                <a:cs typeface="Roboto"/>
                <a:sym typeface="Roboto"/>
              </a:rPr>
              <a:t>. It is a basic building block in RabbitMQ. Queues are bound to exchanges and store messages temporarily before they are processed.</a:t>
            </a:r>
            <a:endParaRPr sz="13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Message</a:t>
            </a:r>
            <a:r>
              <a:rPr lang="en" sz="1300">
                <a:solidFill>
                  <a:srgbClr val="274E13"/>
                </a:solidFill>
                <a:highlight>
                  <a:srgbClr val="FFFFFF"/>
                </a:highlight>
                <a:latin typeface="Roboto"/>
                <a:ea typeface="Roboto"/>
                <a:cs typeface="Roboto"/>
                <a:sym typeface="Roboto"/>
              </a:rPr>
              <a:t>: Information that is sent from the producer to a consumer through RabbitMQ. It typically </a:t>
            </a:r>
            <a:r>
              <a:rPr b="1" lang="en" sz="1300">
                <a:solidFill>
                  <a:srgbClr val="274E13"/>
                </a:solidFill>
                <a:highlight>
                  <a:srgbClr val="FFFFFF"/>
                </a:highlight>
                <a:latin typeface="Roboto"/>
                <a:ea typeface="Roboto"/>
                <a:cs typeface="Roboto"/>
                <a:sym typeface="Roboto"/>
              </a:rPr>
              <a:t>includes a payload (the actual content), headers, and a routing key</a:t>
            </a:r>
            <a:r>
              <a:rPr lang="en" sz="1300">
                <a:solidFill>
                  <a:srgbClr val="274E13"/>
                </a:solidFill>
                <a:highlight>
                  <a:srgbClr val="FFFFFF"/>
                </a:highlight>
                <a:latin typeface="Roboto"/>
                <a:ea typeface="Roboto"/>
                <a:cs typeface="Roboto"/>
                <a:sym typeface="Roboto"/>
              </a:rPr>
              <a:t>.</a:t>
            </a:r>
            <a:endParaRPr sz="13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Connection</a:t>
            </a:r>
            <a:r>
              <a:rPr lang="en" sz="1300">
                <a:solidFill>
                  <a:srgbClr val="274E13"/>
                </a:solidFill>
                <a:highlight>
                  <a:srgbClr val="FFFFFF"/>
                </a:highlight>
                <a:latin typeface="Roboto"/>
                <a:ea typeface="Roboto"/>
                <a:cs typeface="Roboto"/>
                <a:sym typeface="Roboto"/>
              </a:rPr>
              <a:t>: A TCP connection between your application and the RabbitMQ broker.</a:t>
            </a:r>
            <a:endParaRPr sz="13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Channel</a:t>
            </a:r>
            <a:r>
              <a:rPr lang="en" sz="1300">
                <a:solidFill>
                  <a:srgbClr val="274E13"/>
                </a:solidFill>
                <a:highlight>
                  <a:srgbClr val="FFFFFF"/>
                </a:highlight>
                <a:latin typeface="Roboto"/>
                <a:ea typeface="Roboto"/>
                <a:cs typeface="Roboto"/>
                <a:sym typeface="Roboto"/>
              </a:rPr>
              <a:t>: A </a:t>
            </a:r>
            <a:r>
              <a:rPr b="1" lang="en" sz="1300">
                <a:solidFill>
                  <a:srgbClr val="274E13"/>
                </a:solidFill>
                <a:highlight>
                  <a:srgbClr val="FFFFFF"/>
                </a:highlight>
                <a:latin typeface="Roboto"/>
                <a:ea typeface="Roboto"/>
                <a:cs typeface="Roboto"/>
                <a:sym typeface="Roboto"/>
              </a:rPr>
              <a:t>virtual connection inside a connection</a:t>
            </a:r>
            <a:r>
              <a:rPr lang="en" sz="1300">
                <a:solidFill>
                  <a:srgbClr val="274E13"/>
                </a:solidFill>
                <a:highlight>
                  <a:srgbClr val="FFFFFF"/>
                </a:highlight>
                <a:latin typeface="Roboto"/>
                <a:ea typeface="Roboto"/>
                <a:cs typeface="Roboto"/>
                <a:sym typeface="Roboto"/>
              </a:rPr>
              <a:t>. When publishing or consuming messages from a queue - it's all done over a channel.</a:t>
            </a:r>
            <a:endParaRPr sz="13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Exchange</a:t>
            </a:r>
            <a:r>
              <a:rPr lang="en" sz="1300">
                <a:solidFill>
                  <a:srgbClr val="274E13"/>
                </a:solidFill>
                <a:highlight>
                  <a:srgbClr val="FFFFFF"/>
                </a:highlight>
                <a:latin typeface="Roboto"/>
                <a:ea typeface="Roboto"/>
                <a:cs typeface="Roboto"/>
                <a:sym typeface="Roboto"/>
              </a:rPr>
              <a:t>: </a:t>
            </a:r>
            <a:r>
              <a:rPr b="1" lang="en" sz="1300">
                <a:solidFill>
                  <a:srgbClr val="274E13"/>
                </a:solidFill>
                <a:highlight>
                  <a:srgbClr val="FFFFFF"/>
                </a:highlight>
                <a:latin typeface="Roboto"/>
                <a:ea typeface="Roboto"/>
                <a:cs typeface="Roboto"/>
                <a:sym typeface="Roboto"/>
              </a:rPr>
              <a:t>Receives messages from producers and pushes them to queues</a:t>
            </a:r>
            <a:r>
              <a:rPr lang="en" sz="1300">
                <a:solidFill>
                  <a:srgbClr val="274E13"/>
                </a:solidFill>
                <a:highlight>
                  <a:srgbClr val="FFFFFF"/>
                </a:highlight>
                <a:latin typeface="Roboto"/>
                <a:ea typeface="Roboto"/>
                <a:cs typeface="Roboto"/>
                <a:sym typeface="Roboto"/>
              </a:rPr>
              <a:t> depending on rules defined by the exchange type. To receive messages, a queue needs to be bound to at least one exchange.</a:t>
            </a:r>
            <a:endParaRPr sz="13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Binding</a:t>
            </a:r>
            <a:r>
              <a:rPr lang="en" sz="1300">
                <a:solidFill>
                  <a:srgbClr val="274E13"/>
                </a:solidFill>
                <a:highlight>
                  <a:srgbClr val="FFFFFF"/>
                </a:highlight>
                <a:latin typeface="Roboto"/>
                <a:ea typeface="Roboto"/>
                <a:cs typeface="Roboto"/>
                <a:sym typeface="Roboto"/>
              </a:rPr>
              <a:t>: A binding is a </a:t>
            </a:r>
            <a:r>
              <a:rPr b="1" lang="en" sz="1300">
                <a:solidFill>
                  <a:srgbClr val="274E13"/>
                </a:solidFill>
                <a:highlight>
                  <a:srgbClr val="FFFFFF"/>
                </a:highlight>
                <a:latin typeface="Roboto"/>
                <a:ea typeface="Roboto"/>
                <a:cs typeface="Roboto"/>
                <a:sym typeface="Roboto"/>
              </a:rPr>
              <a:t>link between a queue and an exchange</a:t>
            </a:r>
            <a:r>
              <a:rPr lang="en" sz="1300">
                <a:solidFill>
                  <a:srgbClr val="274E13"/>
                </a:solidFill>
                <a:highlight>
                  <a:srgbClr val="FFFFFF"/>
                </a:highlight>
                <a:latin typeface="Roboto"/>
                <a:ea typeface="Roboto"/>
                <a:cs typeface="Roboto"/>
                <a:sym typeface="Roboto"/>
              </a:rPr>
              <a:t>.</a:t>
            </a:r>
            <a:endParaRPr sz="13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Routing key</a:t>
            </a:r>
            <a:r>
              <a:rPr lang="en" sz="1300">
                <a:solidFill>
                  <a:srgbClr val="274E13"/>
                </a:solidFill>
                <a:highlight>
                  <a:srgbClr val="FFFFFF"/>
                </a:highlight>
                <a:latin typeface="Roboto"/>
                <a:ea typeface="Roboto"/>
                <a:cs typeface="Roboto"/>
                <a:sym typeface="Roboto"/>
              </a:rPr>
              <a:t>: A key that the exchange looks at to decide how to route the message to queues. Think of the routing key </a:t>
            </a:r>
            <a:r>
              <a:rPr b="1" lang="en" sz="1300">
                <a:solidFill>
                  <a:srgbClr val="274E13"/>
                </a:solidFill>
                <a:highlight>
                  <a:srgbClr val="FFFFFF"/>
                </a:highlight>
                <a:latin typeface="Roboto"/>
                <a:ea typeface="Roboto"/>
                <a:cs typeface="Roboto"/>
                <a:sym typeface="Roboto"/>
              </a:rPr>
              <a:t>like an </a:t>
            </a:r>
            <a:r>
              <a:rPr b="1" i="1" lang="en" sz="1300">
                <a:solidFill>
                  <a:srgbClr val="274E13"/>
                </a:solidFill>
                <a:highlight>
                  <a:srgbClr val="FFFFFF"/>
                </a:highlight>
                <a:latin typeface="Roboto"/>
                <a:ea typeface="Roboto"/>
                <a:cs typeface="Roboto"/>
                <a:sym typeface="Roboto"/>
              </a:rPr>
              <a:t>address for the message</a:t>
            </a:r>
            <a:r>
              <a:rPr i="1" lang="en" sz="1300">
                <a:solidFill>
                  <a:srgbClr val="274E13"/>
                </a:solidFill>
                <a:highlight>
                  <a:srgbClr val="FFFFFF"/>
                </a:highlight>
                <a:latin typeface="Roboto"/>
                <a:ea typeface="Roboto"/>
                <a:cs typeface="Roboto"/>
                <a:sym typeface="Roboto"/>
              </a:rPr>
              <a:t>.</a:t>
            </a:r>
            <a:endParaRPr i="1" sz="13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AMQP</a:t>
            </a:r>
            <a:r>
              <a:rPr lang="en" sz="1300">
                <a:solidFill>
                  <a:srgbClr val="274E13"/>
                </a:solidFill>
                <a:highlight>
                  <a:srgbClr val="FFFFFF"/>
                </a:highlight>
                <a:latin typeface="Roboto"/>
                <a:ea typeface="Roboto"/>
                <a:cs typeface="Roboto"/>
                <a:sym typeface="Roboto"/>
              </a:rPr>
              <a:t>: Advanced Message Queuing Protocol is the protocol used by RabbitMQ for messaging.</a:t>
            </a:r>
            <a:endParaRPr sz="1300">
              <a:solidFill>
                <a:srgbClr val="274E13"/>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74E13"/>
              </a:buClr>
              <a:buSzPts val="1300"/>
              <a:buFont typeface="Roboto"/>
              <a:buChar char="●"/>
            </a:pPr>
            <a:r>
              <a:rPr b="1" lang="en" sz="1300" u="sng">
                <a:solidFill>
                  <a:srgbClr val="274E13"/>
                </a:solidFill>
                <a:highlight>
                  <a:srgbClr val="FFFFFF"/>
                </a:highlight>
                <a:latin typeface="Roboto"/>
                <a:ea typeface="Roboto"/>
                <a:cs typeface="Roboto"/>
                <a:sym typeface="Roboto"/>
              </a:rPr>
              <a:t>Users</a:t>
            </a:r>
            <a:r>
              <a:rPr lang="en" sz="1300">
                <a:solidFill>
                  <a:srgbClr val="274E13"/>
                </a:solidFill>
                <a:highlight>
                  <a:srgbClr val="FFFFFF"/>
                </a:highlight>
                <a:latin typeface="Roboto"/>
                <a:ea typeface="Roboto"/>
                <a:cs typeface="Roboto"/>
                <a:sym typeface="Roboto"/>
              </a:rPr>
              <a:t>: It is possible to connect to RabbitMQ with a given username and password. Every user can be assigned permissions such as rights to read, write and configure privileges within the instance. Users can also be assigned permissions for specific virtual hosts.</a:t>
            </a:r>
            <a:endParaRPr sz="1200">
              <a:solidFill>
                <a:srgbClr val="274E13"/>
              </a:solidFill>
              <a:highlight>
                <a:srgbClr val="FFFFFF"/>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58"/>
          <p:cNvSpPr txBox="1"/>
          <p:nvPr/>
        </p:nvSpPr>
        <p:spPr>
          <a:xfrm>
            <a:off x="65900" y="491850"/>
            <a:ext cx="8998200" cy="3980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rgbClr val="274E13"/>
              </a:buClr>
              <a:buSzPts val="1100"/>
              <a:buChar char="●"/>
            </a:pPr>
            <a:r>
              <a:rPr b="1" lang="en" sz="1200" u="sng">
                <a:solidFill>
                  <a:srgbClr val="274E13"/>
                </a:solidFill>
                <a:highlight>
                  <a:srgbClr val="FFFFFF"/>
                </a:highlight>
                <a:latin typeface="Roboto"/>
                <a:ea typeface="Roboto"/>
                <a:cs typeface="Roboto"/>
                <a:sym typeface="Roboto"/>
              </a:rPr>
              <a:t>Virtual Host (vhost)</a:t>
            </a:r>
            <a:r>
              <a:rPr b="1" lang="en" sz="1200">
                <a:solidFill>
                  <a:srgbClr val="274E13"/>
                </a:solidFill>
                <a:highlight>
                  <a:srgbClr val="FFFFFF"/>
                </a:highlight>
                <a:latin typeface="Roboto"/>
                <a:ea typeface="Roboto"/>
                <a:cs typeface="Roboto"/>
                <a:sym typeface="Roboto"/>
              </a:rPr>
              <a:t>:</a:t>
            </a:r>
            <a:r>
              <a:rPr lang="en" sz="1200">
                <a:solidFill>
                  <a:srgbClr val="274E13"/>
                </a:solidFill>
                <a:highlight>
                  <a:srgbClr val="FFFFFF"/>
                </a:highlight>
                <a:latin typeface="Roboto"/>
                <a:ea typeface="Roboto"/>
                <a:cs typeface="Roboto"/>
                <a:sym typeface="Roboto"/>
              </a:rPr>
              <a:t> a logical grouping of queues, exchanges, and bindings. It allows you to </a:t>
            </a:r>
            <a:r>
              <a:rPr b="1" lang="en" sz="1200">
                <a:solidFill>
                  <a:srgbClr val="274E13"/>
                </a:solidFill>
                <a:highlight>
                  <a:srgbClr val="FFFFFF"/>
                </a:highlight>
                <a:latin typeface="Roboto"/>
                <a:ea typeface="Roboto"/>
                <a:cs typeface="Roboto"/>
                <a:sym typeface="Roboto"/>
              </a:rPr>
              <a:t>isolate different applications or tenants within the same RabbitMQ instance</a:t>
            </a:r>
            <a:r>
              <a:rPr lang="en" sz="1200">
                <a:solidFill>
                  <a:srgbClr val="274E13"/>
                </a:solidFill>
                <a:highlight>
                  <a:srgbClr val="FFFFFF"/>
                </a:highlight>
                <a:latin typeface="Roboto"/>
                <a:ea typeface="Roboto"/>
                <a:cs typeface="Roboto"/>
                <a:sym typeface="Roboto"/>
              </a:rPr>
              <a:t>. Each vhost has its own separate namespaces and security settings.</a:t>
            </a:r>
            <a:endParaRPr sz="1200">
              <a:solidFill>
                <a:srgbClr val="274E13"/>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274E13"/>
              </a:buClr>
              <a:buSzPts val="1100"/>
              <a:buChar char="●"/>
            </a:pPr>
            <a:r>
              <a:rPr b="1" lang="en" sz="1200" u="sng">
                <a:solidFill>
                  <a:srgbClr val="274E13"/>
                </a:solidFill>
                <a:highlight>
                  <a:srgbClr val="FFFFFF"/>
                </a:highlight>
                <a:latin typeface="Roboto"/>
                <a:ea typeface="Roboto"/>
                <a:cs typeface="Roboto"/>
                <a:sym typeface="Roboto"/>
              </a:rPr>
              <a:t>Acknowledgment (Ack)</a:t>
            </a:r>
            <a:r>
              <a:rPr b="1" lang="en" sz="1200">
                <a:solidFill>
                  <a:srgbClr val="274E13"/>
                </a:solidFill>
                <a:highlight>
                  <a:srgbClr val="FFFFFF"/>
                </a:highlight>
                <a:latin typeface="Roboto"/>
                <a:ea typeface="Roboto"/>
                <a:cs typeface="Roboto"/>
                <a:sym typeface="Roboto"/>
              </a:rPr>
              <a:t>:</a:t>
            </a:r>
            <a:r>
              <a:rPr lang="en" sz="1200">
                <a:solidFill>
                  <a:srgbClr val="274E13"/>
                </a:solidFill>
                <a:highlight>
                  <a:srgbClr val="FFFFFF"/>
                </a:highlight>
                <a:latin typeface="Roboto"/>
                <a:ea typeface="Roboto"/>
                <a:cs typeface="Roboto"/>
                <a:sym typeface="Roboto"/>
              </a:rPr>
              <a:t> a signal sent from the consumer to RabbitMQ </a:t>
            </a:r>
            <a:r>
              <a:rPr b="1" lang="en" sz="1200">
                <a:solidFill>
                  <a:srgbClr val="274E13"/>
                </a:solidFill>
                <a:highlight>
                  <a:srgbClr val="FFFFFF"/>
                </a:highlight>
                <a:latin typeface="Roboto"/>
                <a:ea typeface="Roboto"/>
                <a:cs typeface="Roboto"/>
                <a:sym typeface="Roboto"/>
              </a:rPr>
              <a:t>to indicate that a message has been successfully received and processed</a:t>
            </a:r>
            <a:r>
              <a:rPr lang="en" sz="1200">
                <a:solidFill>
                  <a:srgbClr val="274E13"/>
                </a:solidFill>
                <a:highlight>
                  <a:srgbClr val="FFFFFF"/>
                </a:highlight>
                <a:latin typeface="Roboto"/>
                <a:ea typeface="Roboto"/>
                <a:cs typeface="Roboto"/>
                <a:sym typeface="Roboto"/>
              </a:rPr>
              <a:t>. If a message is not acknowledged, RabbitMQ will attempt to deliver the message again, or it may move the message to a Dead Letter Queue (DLQ).</a:t>
            </a:r>
            <a:endParaRPr sz="1200">
              <a:solidFill>
                <a:srgbClr val="274E13"/>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274E13"/>
              </a:buClr>
              <a:buSzPts val="1100"/>
              <a:buChar char="●"/>
            </a:pPr>
            <a:r>
              <a:rPr b="1" lang="en" sz="1200" u="sng">
                <a:solidFill>
                  <a:srgbClr val="274E13"/>
                </a:solidFill>
                <a:highlight>
                  <a:srgbClr val="FFFFFF"/>
                </a:highlight>
                <a:latin typeface="Roboto"/>
                <a:ea typeface="Roboto"/>
                <a:cs typeface="Roboto"/>
                <a:sym typeface="Roboto"/>
              </a:rPr>
              <a:t>D</a:t>
            </a:r>
            <a:r>
              <a:rPr b="1" lang="en" sz="1200" u="sng">
                <a:solidFill>
                  <a:srgbClr val="274E13"/>
                </a:solidFill>
                <a:highlight>
                  <a:srgbClr val="FFFFFF"/>
                </a:highlight>
                <a:latin typeface="Roboto"/>
                <a:ea typeface="Roboto"/>
                <a:cs typeface="Roboto"/>
                <a:sym typeface="Roboto"/>
              </a:rPr>
              <a:t>ead Letter Queue (DLQ)</a:t>
            </a:r>
            <a:r>
              <a:rPr b="1" lang="en" sz="1200">
                <a:solidFill>
                  <a:srgbClr val="274E13"/>
                </a:solidFill>
                <a:highlight>
                  <a:srgbClr val="FFFFFF"/>
                </a:highlight>
                <a:latin typeface="Roboto"/>
                <a:ea typeface="Roboto"/>
                <a:cs typeface="Roboto"/>
                <a:sym typeface="Roboto"/>
              </a:rPr>
              <a:t>:</a:t>
            </a:r>
            <a:r>
              <a:rPr lang="en" sz="1200">
                <a:solidFill>
                  <a:srgbClr val="274E13"/>
                </a:solidFill>
                <a:highlight>
                  <a:srgbClr val="FFFFFF"/>
                </a:highlight>
                <a:latin typeface="Roboto"/>
                <a:ea typeface="Roboto"/>
                <a:cs typeface="Roboto"/>
                <a:sym typeface="Roboto"/>
              </a:rPr>
              <a:t> a special queue to which messages are moved when they can't be processed or delivered from the original queue. Messages may be dead-lettered due to </a:t>
            </a:r>
            <a:r>
              <a:rPr b="1" lang="en" sz="1200">
                <a:solidFill>
                  <a:srgbClr val="274E13"/>
                </a:solidFill>
                <a:highlight>
                  <a:srgbClr val="FFFFFF"/>
                </a:highlight>
                <a:latin typeface="Roboto"/>
                <a:ea typeface="Roboto"/>
                <a:cs typeface="Roboto"/>
                <a:sym typeface="Roboto"/>
              </a:rPr>
              <a:t>expiration, rejection, or consumer failures</a:t>
            </a:r>
            <a:r>
              <a:rPr lang="en" sz="1200">
                <a:solidFill>
                  <a:srgbClr val="274E13"/>
                </a:solidFill>
                <a:highlight>
                  <a:srgbClr val="FFFFFF"/>
                </a:highlight>
                <a:latin typeface="Roboto"/>
                <a:ea typeface="Roboto"/>
                <a:cs typeface="Roboto"/>
                <a:sym typeface="Roboto"/>
              </a:rPr>
              <a:t>. RabbitMQ supports configuring Dead Letter Exchanges (DLX) to automatically route failed messages to DLQs.</a:t>
            </a:r>
            <a:endParaRPr sz="1200">
              <a:solidFill>
                <a:srgbClr val="274E13"/>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274E13"/>
              </a:buClr>
              <a:buSzPts val="1100"/>
              <a:buChar char="●"/>
            </a:pPr>
            <a:r>
              <a:rPr b="1" lang="en" sz="1200" u="sng">
                <a:solidFill>
                  <a:srgbClr val="274E13"/>
                </a:solidFill>
                <a:highlight>
                  <a:srgbClr val="FFFFFF"/>
                </a:highlight>
                <a:latin typeface="Roboto"/>
                <a:ea typeface="Roboto"/>
                <a:cs typeface="Roboto"/>
                <a:sym typeface="Roboto"/>
              </a:rPr>
              <a:t>Time-to-Live (TTL)</a:t>
            </a:r>
            <a:r>
              <a:rPr b="1" lang="en" sz="1200">
                <a:solidFill>
                  <a:srgbClr val="274E13"/>
                </a:solidFill>
                <a:highlight>
                  <a:srgbClr val="FFFFFF"/>
                </a:highlight>
                <a:latin typeface="Roboto"/>
                <a:ea typeface="Roboto"/>
                <a:cs typeface="Roboto"/>
                <a:sym typeface="Roboto"/>
              </a:rPr>
              <a:t>:</a:t>
            </a:r>
            <a:r>
              <a:rPr lang="en" sz="1200">
                <a:solidFill>
                  <a:srgbClr val="274E13"/>
                </a:solidFill>
                <a:highlight>
                  <a:srgbClr val="FFFFFF"/>
                </a:highlight>
                <a:latin typeface="Roboto"/>
                <a:ea typeface="Roboto"/>
                <a:cs typeface="Roboto"/>
                <a:sym typeface="Roboto"/>
              </a:rPr>
              <a:t>  defines how long a message can live in a queue or how long a queue can exist. If the TTL expires before the message is consumed or the queue is deleted, RabbitMQ will either discard or dead-letter the message.</a:t>
            </a:r>
            <a:endParaRPr sz="1200">
              <a:solidFill>
                <a:srgbClr val="274E13"/>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274E13"/>
              </a:buClr>
              <a:buSzPts val="1100"/>
              <a:buChar char="●"/>
            </a:pPr>
            <a:r>
              <a:rPr b="1" lang="en" sz="1200" u="sng">
                <a:solidFill>
                  <a:srgbClr val="274E13"/>
                </a:solidFill>
                <a:highlight>
                  <a:srgbClr val="FFFFFF"/>
                </a:highlight>
                <a:latin typeface="Roboto"/>
                <a:ea typeface="Roboto"/>
                <a:cs typeface="Roboto"/>
                <a:sym typeface="Roboto"/>
              </a:rPr>
              <a:t>Priority Queue</a:t>
            </a:r>
            <a:r>
              <a:rPr b="1" lang="en" sz="1200">
                <a:solidFill>
                  <a:srgbClr val="274E13"/>
                </a:solidFill>
                <a:highlight>
                  <a:srgbClr val="FFFFFF"/>
                </a:highlight>
                <a:latin typeface="Roboto"/>
                <a:ea typeface="Roboto"/>
                <a:cs typeface="Roboto"/>
                <a:sym typeface="Roboto"/>
              </a:rPr>
              <a:t>: </a:t>
            </a:r>
            <a:r>
              <a:rPr lang="en" sz="1200">
                <a:solidFill>
                  <a:srgbClr val="274E13"/>
                </a:solidFill>
                <a:highlight>
                  <a:srgbClr val="FFFFFF"/>
                </a:highlight>
                <a:latin typeface="Roboto"/>
                <a:ea typeface="Roboto"/>
                <a:cs typeface="Roboto"/>
                <a:sym typeface="Roboto"/>
              </a:rPr>
              <a:t>it allows messages to be ordered by priority, where higher priority messages are consumed before lower priority ones. Messages in the same queue are processed in the order of their priority rather than the order they arrived.</a:t>
            </a:r>
            <a:endParaRPr sz="1200">
              <a:solidFill>
                <a:srgbClr val="274E13"/>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274E13"/>
              </a:buClr>
              <a:buSzPts val="1200"/>
              <a:buFont typeface="Roboto"/>
              <a:buChar char="●"/>
            </a:pPr>
            <a:r>
              <a:rPr b="1" lang="en" sz="1200" u="sng">
                <a:solidFill>
                  <a:srgbClr val="274E13"/>
                </a:solidFill>
                <a:highlight>
                  <a:srgbClr val="FFFFFF"/>
                </a:highlight>
                <a:latin typeface="Roboto"/>
                <a:ea typeface="Roboto"/>
                <a:cs typeface="Roboto"/>
                <a:sym typeface="Roboto"/>
              </a:rPr>
              <a:t>Cluster:</a:t>
            </a:r>
            <a:r>
              <a:rPr lang="en" sz="1200">
                <a:solidFill>
                  <a:srgbClr val="274E13"/>
                </a:solidFill>
                <a:highlight>
                  <a:srgbClr val="FFFFFF"/>
                </a:highlight>
                <a:latin typeface="Roboto"/>
                <a:ea typeface="Roboto"/>
                <a:cs typeface="Roboto"/>
                <a:sym typeface="Roboto"/>
              </a:rPr>
              <a:t> RabbitMQ supports clustering, where multiple RabbitMQ brokers (nodes) can be joined together to form a single logical broker. This allows for increased availability, load balancing, and fault tolerance.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 sz="1200" u="sng">
                <a:solidFill>
                  <a:srgbClr val="274E13"/>
                </a:solidFill>
                <a:highlight>
                  <a:srgbClr val="FFFFFF"/>
                </a:highlight>
                <a:latin typeface="Roboto"/>
                <a:ea typeface="Roboto"/>
                <a:cs typeface="Roboto"/>
                <a:sym typeface="Roboto"/>
              </a:rPr>
              <a:t>RabbitMQ Management Interface</a:t>
            </a:r>
            <a:r>
              <a:rPr lang="en" sz="1200">
                <a:solidFill>
                  <a:srgbClr val="274E13"/>
                </a:solidFill>
                <a:highlight>
                  <a:srgbClr val="FFFFFF"/>
                </a:highlight>
                <a:latin typeface="Roboto"/>
                <a:ea typeface="Roboto"/>
                <a:cs typeface="Roboto"/>
                <a:sym typeface="Roboto"/>
              </a:rPr>
              <a:t>: it provides a powerful, user-friendly web interface for monitoring, configuring, and managing RabbitMQ. It gives you visibility into the internal workings of your broker, allowing you to manage queues, exchanges, connections, users, and permissions. With its real-time monitoring capabilities, it’s an essential tool for administrators and developers working with RabbitMQ in production environments.</a:t>
            </a:r>
            <a:endParaRPr sz="1100">
              <a:solidFill>
                <a:schemeClr val="lt1"/>
              </a:solidFill>
            </a:endParaRPr>
          </a:p>
        </p:txBody>
      </p:sp>
      <p:sp>
        <p:nvSpPr>
          <p:cNvPr id="1295" name="Google Shape;1295;p158"/>
          <p:cNvSpPr txBox="1"/>
          <p:nvPr>
            <p:ph type="title"/>
          </p:nvPr>
        </p:nvSpPr>
        <p:spPr>
          <a:xfrm>
            <a:off x="125" y="98100"/>
            <a:ext cx="9144000" cy="37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FF"/>
                </a:solidFill>
              </a:rPr>
              <a:t>RabbitMQ main concepts</a:t>
            </a:r>
            <a:endParaRPr sz="2400">
              <a:solidFill>
                <a:srgbClr val="00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59"/>
          <p:cNvSpPr txBox="1"/>
          <p:nvPr>
            <p:ph type="title"/>
          </p:nvPr>
        </p:nvSpPr>
        <p:spPr>
          <a:xfrm>
            <a:off x="5257275" y="132303"/>
            <a:ext cx="3662100" cy="641700"/>
          </a:xfrm>
          <a:prstGeom prst="rect">
            <a:avLst/>
          </a:prstGeom>
        </p:spPr>
        <p:txBody>
          <a:bodyPr anchorCtr="0" anchor="ctr" bIns="91425" lIns="91425" spcFirstLastPara="1" rIns="91425" wrap="square" tIns="91425">
            <a:noAutofit/>
          </a:bodyPr>
          <a:lstStyle/>
          <a:p>
            <a:pPr indent="0" lvl="0" marL="0" rtl="0" algn="l">
              <a:lnSpc>
                <a:spcPct val="120000"/>
              </a:lnSpc>
              <a:spcBef>
                <a:spcPts val="1100"/>
              </a:spcBef>
              <a:spcAft>
                <a:spcPts val="200"/>
              </a:spcAft>
              <a:buNone/>
            </a:pPr>
            <a:r>
              <a:rPr b="1" lang="en" sz="2000">
                <a:solidFill>
                  <a:srgbClr val="0000FF"/>
                </a:solidFill>
                <a:highlight>
                  <a:srgbClr val="FFFFFF"/>
                </a:highlight>
                <a:latin typeface="Arial"/>
                <a:ea typeface="Arial"/>
                <a:cs typeface="Arial"/>
                <a:sym typeface="Arial"/>
              </a:rPr>
              <a:t>Message flow in RabbitMQ</a:t>
            </a:r>
            <a:endParaRPr b="1" sz="3800">
              <a:solidFill>
                <a:srgbClr val="0000FF"/>
              </a:solidFill>
              <a:latin typeface="Arial"/>
              <a:ea typeface="Arial"/>
              <a:cs typeface="Arial"/>
              <a:sym typeface="Arial"/>
            </a:endParaRPr>
          </a:p>
        </p:txBody>
      </p:sp>
      <p:sp>
        <p:nvSpPr>
          <p:cNvPr id="1301" name="Google Shape;1301;p159"/>
          <p:cNvSpPr txBox="1"/>
          <p:nvPr>
            <p:ph idx="1" type="body"/>
          </p:nvPr>
        </p:nvSpPr>
        <p:spPr>
          <a:xfrm>
            <a:off x="4668975" y="711900"/>
            <a:ext cx="4250400" cy="3818100"/>
          </a:xfrm>
          <a:prstGeom prst="rect">
            <a:avLst/>
          </a:prstGeom>
        </p:spPr>
        <p:txBody>
          <a:bodyPr anchorCtr="0" anchor="t" bIns="91425" lIns="91425" spcFirstLastPara="1" rIns="91425" wrap="square" tIns="91425">
            <a:spAutoFit/>
          </a:bodyPr>
          <a:lstStyle/>
          <a:p>
            <a:pPr indent="-330200" lvl="0" marL="457200" rtl="0" algn="just">
              <a:lnSpc>
                <a:spcPct val="135000"/>
              </a:lnSpc>
              <a:spcBef>
                <a:spcPts val="0"/>
              </a:spcBef>
              <a:spcAft>
                <a:spcPts val="0"/>
              </a:spcAft>
              <a:buClr>
                <a:srgbClr val="20124D"/>
              </a:buClr>
              <a:buSzPts val="1600"/>
              <a:buFont typeface="Arial"/>
              <a:buAutoNum type="arabicPeriod"/>
            </a:pPr>
            <a:r>
              <a:rPr lang="en" sz="1100">
                <a:solidFill>
                  <a:srgbClr val="20124D"/>
                </a:solidFill>
                <a:latin typeface="Arial"/>
                <a:ea typeface="Arial"/>
                <a:cs typeface="Arial"/>
                <a:sym typeface="Arial"/>
              </a:rPr>
              <a:t>The </a:t>
            </a:r>
            <a:r>
              <a:rPr b="1" lang="en" sz="1100">
                <a:solidFill>
                  <a:srgbClr val="20124D"/>
                </a:solidFill>
                <a:latin typeface="Arial"/>
                <a:ea typeface="Arial"/>
                <a:cs typeface="Arial"/>
                <a:sym typeface="Arial"/>
              </a:rPr>
              <a:t>producer publishes a message to an exchange</a:t>
            </a:r>
            <a:r>
              <a:rPr lang="en" sz="1100">
                <a:solidFill>
                  <a:srgbClr val="20124D"/>
                </a:solidFill>
                <a:latin typeface="Arial"/>
                <a:ea typeface="Arial"/>
                <a:cs typeface="Arial"/>
                <a:sym typeface="Arial"/>
              </a:rPr>
              <a:t>. When creating an exchange, its type must be specified. </a:t>
            </a:r>
            <a:endParaRPr sz="1100">
              <a:solidFill>
                <a:srgbClr val="20124D"/>
              </a:solidFill>
              <a:latin typeface="Arial"/>
              <a:ea typeface="Arial"/>
              <a:cs typeface="Arial"/>
              <a:sym typeface="Arial"/>
            </a:endParaRPr>
          </a:p>
          <a:p>
            <a:pPr indent="-330200" lvl="0" marL="457200" rtl="0" algn="just">
              <a:lnSpc>
                <a:spcPct val="135000"/>
              </a:lnSpc>
              <a:spcBef>
                <a:spcPts val="0"/>
              </a:spcBef>
              <a:spcAft>
                <a:spcPts val="0"/>
              </a:spcAft>
              <a:buClr>
                <a:srgbClr val="20124D"/>
              </a:buClr>
              <a:buSzPts val="1600"/>
              <a:buFont typeface="Arial"/>
              <a:buAutoNum type="arabicPeriod"/>
            </a:pPr>
            <a:r>
              <a:rPr lang="en" sz="1100">
                <a:solidFill>
                  <a:srgbClr val="20124D"/>
                </a:solidFill>
                <a:latin typeface="Arial"/>
                <a:ea typeface="Arial"/>
                <a:cs typeface="Arial"/>
                <a:sym typeface="Arial"/>
              </a:rPr>
              <a:t>The </a:t>
            </a:r>
            <a:r>
              <a:rPr b="1" lang="en" sz="1100">
                <a:solidFill>
                  <a:srgbClr val="20124D"/>
                </a:solidFill>
                <a:latin typeface="Arial"/>
                <a:ea typeface="Arial"/>
                <a:cs typeface="Arial"/>
                <a:sym typeface="Arial"/>
              </a:rPr>
              <a:t>exchange</a:t>
            </a:r>
            <a:r>
              <a:rPr lang="en" sz="1100">
                <a:solidFill>
                  <a:srgbClr val="20124D"/>
                </a:solidFill>
                <a:latin typeface="Arial"/>
                <a:ea typeface="Arial"/>
                <a:cs typeface="Arial"/>
                <a:sym typeface="Arial"/>
              </a:rPr>
              <a:t> receives the message and is now </a:t>
            </a:r>
            <a:r>
              <a:rPr b="1" lang="en" sz="1100">
                <a:solidFill>
                  <a:srgbClr val="20124D"/>
                </a:solidFill>
                <a:latin typeface="Arial"/>
                <a:ea typeface="Arial"/>
                <a:cs typeface="Arial"/>
                <a:sym typeface="Arial"/>
              </a:rPr>
              <a:t>responsible for routing the message</a:t>
            </a:r>
            <a:r>
              <a:rPr lang="en" sz="1100">
                <a:solidFill>
                  <a:srgbClr val="20124D"/>
                </a:solidFill>
                <a:latin typeface="Arial"/>
                <a:ea typeface="Arial"/>
                <a:cs typeface="Arial"/>
                <a:sym typeface="Arial"/>
              </a:rPr>
              <a:t>. The exchange takes different message attributes into account, such as the routing key, depending on the exchange type.</a:t>
            </a:r>
            <a:endParaRPr sz="1100">
              <a:solidFill>
                <a:srgbClr val="20124D"/>
              </a:solidFill>
              <a:latin typeface="Arial"/>
              <a:ea typeface="Arial"/>
              <a:cs typeface="Arial"/>
              <a:sym typeface="Arial"/>
            </a:endParaRPr>
          </a:p>
          <a:p>
            <a:pPr indent="-330200" lvl="0" marL="457200" rtl="0" algn="just">
              <a:lnSpc>
                <a:spcPct val="135000"/>
              </a:lnSpc>
              <a:spcBef>
                <a:spcPts val="0"/>
              </a:spcBef>
              <a:spcAft>
                <a:spcPts val="0"/>
              </a:spcAft>
              <a:buClr>
                <a:srgbClr val="20124D"/>
              </a:buClr>
              <a:buSzPts val="1600"/>
              <a:buFont typeface="Arial"/>
              <a:buAutoNum type="arabicPeriod"/>
            </a:pPr>
            <a:r>
              <a:rPr b="1" lang="en" sz="1100">
                <a:solidFill>
                  <a:srgbClr val="20124D"/>
                </a:solidFill>
                <a:latin typeface="Arial"/>
                <a:ea typeface="Arial"/>
                <a:cs typeface="Arial"/>
                <a:sym typeface="Arial"/>
              </a:rPr>
              <a:t>Bindings must be created from the exchange to queues</a:t>
            </a:r>
            <a:r>
              <a:rPr lang="en" sz="1100">
                <a:solidFill>
                  <a:srgbClr val="20124D"/>
                </a:solidFill>
                <a:latin typeface="Arial"/>
                <a:ea typeface="Arial"/>
                <a:cs typeface="Arial"/>
                <a:sym typeface="Arial"/>
              </a:rPr>
              <a:t>. In this case, there are two bindings to two different queues from the exchange. The exchange routes the message into the queues depending on message attributes.</a:t>
            </a:r>
            <a:endParaRPr sz="1100">
              <a:solidFill>
                <a:srgbClr val="20124D"/>
              </a:solidFill>
              <a:latin typeface="Arial"/>
              <a:ea typeface="Arial"/>
              <a:cs typeface="Arial"/>
              <a:sym typeface="Arial"/>
            </a:endParaRPr>
          </a:p>
          <a:p>
            <a:pPr indent="-330200" lvl="0" marL="457200" rtl="0" algn="just">
              <a:lnSpc>
                <a:spcPct val="135000"/>
              </a:lnSpc>
              <a:spcBef>
                <a:spcPts val="0"/>
              </a:spcBef>
              <a:spcAft>
                <a:spcPts val="0"/>
              </a:spcAft>
              <a:buClr>
                <a:srgbClr val="20124D"/>
              </a:buClr>
              <a:buSzPts val="1600"/>
              <a:buFont typeface="Arial"/>
              <a:buAutoNum type="arabicPeriod"/>
            </a:pPr>
            <a:r>
              <a:rPr lang="en" sz="1100">
                <a:solidFill>
                  <a:srgbClr val="20124D"/>
                </a:solidFill>
                <a:latin typeface="Arial"/>
                <a:ea typeface="Arial"/>
                <a:cs typeface="Arial"/>
                <a:sym typeface="Arial"/>
              </a:rPr>
              <a:t>The </a:t>
            </a:r>
            <a:r>
              <a:rPr b="1" lang="en" sz="1100">
                <a:solidFill>
                  <a:srgbClr val="20124D"/>
                </a:solidFill>
                <a:latin typeface="Arial"/>
                <a:ea typeface="Arial"/>
                <a:cs typeface="Arial"/>
                <a:sym typeface="Arial"/>
              </a:rPr>
              <a:t>messages stay in the queue until they are handled by a consumer</a:t>
            </a:r>
            <a:r>
              <a:rPr lang="en" sz="1100">
                <a:solidFill>
                  <a:srgbClr val="20124D"/>
                </a:solidFill>
                <a:latin typeface="Arial"/>
                <a:ea typeface="Arial"/>
                <a:cs typeface="Arial"/>
                <a:sym typeface="Arial"/>
              </a:rPr>
              <a:t>.</a:t>
            </a:r>
            <a:endParaRPr sz="1100">
              <a:solidFill>
                <a:srgbClr val="20124D"/>
              </a:solidFill>
              <a:latin typeface="Arial"/>
              <a:ea typeface="Arial"/>
              <a:cs typeface="Arial"/>
              <a:sym typeface="Arial"/>
            </a:endParaRPr>
          </a:p>
          <a:p>
            <a:pPr indent="-330200" lvl="0" marL="457200" rtl="0" algn="just">
              <a:lnSpc>
                <a:spcPct val="135000"/>
              </a:lnSpc>
              <a:spcBef>
                <a:spcPts val="0"/>
              </a:spcBef>
              <a:spcAft>
                <a:spcPts val="0"/>
              </a:spcAft>
              <a:buClr>
                <a:srgbClr val="20124D"/>
              </a:buClr>
              <a:buSzPts val="1600"/>
              <a:buFont typeface="Arial"/>
              <a:buAutoNum type="arabicPeriod"/>
            </a:pPr>
            <a:r>
              <a:rPr lang="en" sz="1100">
                <a:solidFill>
                  <a:srgbClr val="20124D"/>
                </a:solidFill>
                <a:latin typeface="Arial"/>
                <a:ea typeface="Arial"/>
                <a:cs typeface="Arial"/>
                <a:sym typeface="Arial"/>
              </a:rPr>
              <a:t>The </a:t>
            </a:r>
            <a:r>
              <a:rPr b="1" lang="en" sz="1100">
                <a:solidFill>
                  <a:srgbClr val="20124D"/>
                </a:solidFill>
                <a:latin typeface="Arial"/>
                <a:ea typeface="Arial"/>
                <a:cs typeface="Arial"/>
                <a:sym typeface="Arial"/>
              </a:rPr>
              <a:t>consumer handles the message</a:t>
            </a:r>
            <a:r>
              <a:rPr lang="en" sz="1100">
                <a:solidFill>
                  <a:srgbClr val="20124D"/>
                </a:solidFill>
                <a:latin typeface="Arial"/>
                <a:ea typeface="Arial"/>
                <a:cs typeface="Arial"/>
                <a:sym typeface="Arial"/>
              </a:rPr>
              <a:t>.</a:t>
            </a:r>
            <a:endParaRPr sz="2100">
              <a:solidFill>
                <a:srgbClr val="20124D"/>
              </a:solidFill>
              <a:latin typeface="Arial"/>
              <a:ea typeface="Arial"/>
              <a:cs typeface="Arial"/>
              <a:sym typeface="Arial"/>
            </a:endParaRPr>
          </a:p>
        </p:txBody>
      </p:sp>
      <p:pic>
        <p:nvPicPr>
          <p:cNvPr id="1302" name="Google Shape;1302;p159"/>
          <p:cNvPicPr preferRelativeResize="0"/>
          <p:nvPr/>
        </p:nvPicPr>
        <p:blipFill>
          <a:blip r:embed="rId3">
            <a:alphaModFix/>
          </a:blip>
          <a:stretch>
            <a:fillRect/>
          </a:stretch>
        </p:blipFill>
        <p:spPr>
          <a:xfrm>
            <a:off x="138800" y="137450"/>
            <a:ext cx="4465576" cy="47946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160"/>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08" name="Google Shape;1308;p160"/>
          <p:cNvSpPr txBox="1"/>
          <p:nvPr>
            <p:ph type="title"/>
          </p:nvPr>
        </p:nvSpPr>
        <p:spPr>
          <a:xfrm>
            <a:off x="333925" y="426150"/>
            <a:ext cx="8475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Exchange types</a:t>
            </a:r>
            <a:endParaRPr/>
          </a:p>
        </p:txBody>
      </p:sp>
      <p:sp>
        <p:nvSpPr>
          <p:cNvPr id="1309" name="Google Shape;1309;p160"/>
          <p:cNvSpPr txBox="1"/>
          <p:nvPr>
            <p:ph idx="1" type="subTitle"/>
          </p:nvPr>
        </p:nvSpPr>
        <p:spPr>
          <a:xfrm>
            <a:off x="381063" y="1030522"/>
            <a:ext cx="2705400" cy="4155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sz="1500">
                <a:solidFill>
                  <a:srgbClr val="38761D"/>
                </a:solidFill>
                <a:latin typeface="Inter Tight"/>
                <a:ea typeface="Inter Tight"/>
                <a:cs typeface="Inter Tight"/>
                <a:sym typeface="Inter Tight"/>
              </a:rPr>
              <a:t>Direct Exchange</a:t>
            </a:r>
            <a:endParaRPr b="1" sz="1500">
              <a:solidFill>
                <a:srgbClr val="38761D"/>
              </a:solidFill>
              <a:latin typeface="Inter Tight"/>
              <a:ea typeface="Inter Tight"/>
              <a:cs typeface="Inter Tight"/>
              <a:sym typeface="Inter Tight"/>
            </a:endParaRPr>
          </a:p>
        </p:txBody>
      </p:sp>
      <p:sp>
        <p:nvSpPr>
          <p:cNvPr id="1310" name="Google Shape;1310;p160"/>
          <p:cNvSpPr txBox="1"/>
          <p:nvPr>
            <p:ph idx="5" type="body"/>
          </p:nvPr>
        </p:nvSpPr>
        <p:spPr>
          <a:xfrm>
            <a:off x="381082" y="1521625"/>
            <a:ext cx="4273500" cy="1215900"/>
          </a:xfrm>
          <a:prstGeom prst="rect">
            <a:avLst/>
          </a:prstGeom>
        </p:spPr>
        <p:txBody>
          <a:bodyPr anchorCtr="0" anchor="t" bIns="91425" lIns="91425" spcFirstLastPara="1" rIns="91425" wrap="square" tIns="91425">
            <a:spAutoFit/>
          </a:bodyPr>
          <a:lstStyle/>
          <a:p>
            <a:pPr indent="0" lvl="0" marL="0" rtl="0" algn="just">
              <a:spcBef>
                <a:spcPts val="0"/>
              </a:spcBef>
              <a:spcAft>
                <a:spcPts val="1200"/>
              </a:spcAft>
              <a:buNone/>
            </a:pPr>
            <a:r>
              <a:rPr lang="en" sz="1100">
                <a:latin typeface="Inter Tight Medium"/>
                <a:ea typeface="Inter Tight Medium"/>
                <a:cs typeface="Inter Tight Medium"/>
                <a:sym typeface="Inter Tight Medium"/>
              </a:rPr>
              <a:t>A direct exchange delivers messages to queues based on a message routing key. The routing key is a message attribute added to the message by the producer. Think of the routing key as an "address" that the exchange is using to decide how to route the message. A message goes to the queue(s) with the binding key that exactly matches the routing key of the message</a:t>
            </a:r>
            <a:r>
              <a:rPr lang="en" sz="1200">
                <a:solidFill>
                  <a:srgbClr val="6D6D6D"/>
                </a:solidFill>
                <a:highlight>
                  <a:srgbClr val="FFFFFF"/>
                </a:highlight>
                <a:latin typeface="Roboto"/>
                <a:ea typeface="Roboto"/>
                <a:cs typeface="Roboto"/>
                <a:sym typeface="Roboto"/>
              </a:rPr>
              <a:t>.</a:t>
            </a:r>
            <a:endParaRPr/>
          </a:p>
        </p:txBody>
      </p:sp>
      <p:sp>
        <p:nvSpPr>
          <p:cNvPr id="1311" name="Google Shape;1311;p160"/>
          <p:cNvSpPr txBox="1"/>
          <p:nvPr/>
        </p:nvSpPr>
        <p:spPr>
          <a:xfrm>
            <a:off x="388850" y="2986375"/>
            <a:ext cx="4355400" cy="1200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100" u="sng">
                <a:solidFill>
                  <a:schemeClr val="dk1"/>
                </a:solidFill>
                <a:latin typeface="Inter Tight"/>
                <a:ea typeface="Inter Tight"/>
                <a:cs typeface="Inter Tight"/>
                <a:sym typeface="Inter Tight"/>
              </a:rPr>
              <a:t>Scenario 1</a:t>
            </a:r>
            <a:endParaRPr b="1" sz="1100" u="sng">
              <a:solidFill>
                <a:schemeClr val="dk1"/>
              </a:solidFill>
              <a:latin typeface="Inter Tight"/>
              <a:ea typeface="Inter Tight"/>
              <a:cs typeface="Inter Tight"/>
              <a:sym typeface="Inter Tight"/>
            </a:endParaRPr>
          </a:p>
          <a:p>
            <a:pPr indent="0" lvl="0" marL="0" rtl="0" algn="just">
              <a:spcBef>
                <a:spcPts val="0"/>
              </a:spcBef>
              <a:spcAft>
                <a:spcPts val="0"/>
              </a:spcAft>
              <a:buNone/>
            </a:pPr>
            <a:r>
              <a:rPr lang="en" sz="1100">
                <a:solidFill>
                  <a:schemeClr val="dk1"/>
                </a:solidFill>
                <a:latin typeface="Inter Tight Medium"/>
                <a:ea typeface="Inter Tight Medium"/>
                <a:cs typeface="Inter Tight Medium"/>
                <a:sym typeface="Inter Tight Medium"/>
              </a:rPr>
              <a:t>queue A in the image is bound to a direct exchange (pdf_events) with the </a:t>
            </a:r>
            <a:r>
              <a:rPr b="1" lang="en" sz="1100">
                <a:solidFill>
                  <a:schemeClr val="dk1"/>
                </a:solidFill>
                <a:latin typeface="Inter Tight"/>
                <a:ea typeface="Inter Tight"/>
                <a:cs typeface="Inter Tight"/>
                <a:sym typeface="Inter Tight"/>
              </a:rPr>
              <a:t>binding key - </a:t>
            </a:r>
            <a:r>
              <a:rPr lang="en" sz="1100">
                <a:solidFill>
                  <a:schemeClr val="dk1"/>
                </a:solidFill>
                <a:latin typeface="Inter Tight Medium"/>
                <a:ea typeface="Inter Tight Medium"/>
                <a:cs typeface="Inter Tight Medium"/>
                <a:sym typeface="Inter Tight Medium"/>
              </a:rPr>
              <a:t> </a:t>
            </a:r>
            <a:r>
              <a:rPr b="1" lang="en" sz="1100">
                <a:solidFill>
                  <a:schemeClr val="dk1"/>
                </a:solidFill>
                <a:latin typeface="Inter Tight"/>
                <a:ea typeface="Inter Tight"/>
                <a:cs typeface="Inter Tight"/>
                <a:sym typeface="Inter Tight"/>
              </a:rPr>
              <a:t>pdf_create</a:t>
            </a:r>
            <a:r>
              <a:rPr lang="en" sz="1100">
                <a:solidFill>
                  <a:schemeClr val="dk1"/>
                </a:solidFill>
                <a:latin typeface="Inter Tight Medium"/>
                <a:ea typeface="Inter Tight Medium"/>
                <a:cs typeface="Inter Tight Medium"/>
                <a:sym typeface="Inter Tight Medium"/>
              </a:rPr>
              <a:t>. When a new message with </a:t>
            </a:r>
            <a:r>
              <a:rPr b="1" lang="en" sz="1100">
                <a:solidFill>
                  <a:schemeClr val="dk1"/>
                </a:solidFill>
                <a:latin typeface="Inter Tight"/>
                <a:ea typeface="Inter Tight"/>
                <a:cs typeface="Inter Tight"/>
                <a:sym typeface="Inter Tight"/>
              </a:rPr>
              <a:t>routing key -</a:t>
            </a:r>
            <a:r>
              <a:rPr lang="en" sz="1100">
                <a:solidFill>
                  <a:schemeClr val="dk1"/>
                </a:solidFill>
                <a:latin typeface="Inter Tight Medium"/>
                <a:ea typeface="Inter Tight Medium"/>
                <a:cs typeface="Inter Tight Medium"/>
                <a:sym typeface="Inter Tight Medium"/>
              </a:rPr>
              <a:t> “</a:t>
            </a:r>
            <a:r>
              <a:rPr b="1" lang="en" sz="1100">
                <a:solidFill>
                  <a:schemeClr val="dk1"/>
                </a:solidFill>
                <a:latin typeface="Inter Tight"/>
                <a:ea typeface="Inter Tight"/>
                <a:cs typeface="Inter Tight"/>
                <a:sym typeface="Inter Tight"/>
              </a:rPr>
              <a:t>pdf_create”</a:t>
            </a:r>
            <a:r>
              <a:rPr lang="en" sz="1100">
                <a:solidFill>
                  <a:schemeClr val="dk1"/>
                </a:solidFill>
                <a:latin typeface="Inter Tight Medium"/>
                <a:ea typeface="Inter Tight Medium"/>
                <a:cs typeface="Inter Tight Medium"/>
                <a:sym typeface="Inter Tight Medium"/>
              </a:rPr>
              <a:t> arrives at the direct exchange, the exchange routes it to the queue where the binding_key = routing_key, in the case to queue A.</a:t>
            </a:r>
            <a:endParaRPr/>
          </a:p>
        </p:txBody>
      </p:sp>
      <p:pic>
        <p:nvPicPr>
          <p:cNvPr id="1312" name="Google Shape;1312;p160"/>
          <p:cNvPicPr preferRelativeResize="0"/>
          <p:nvPr/>
        </p:nvPicPr>
        <p:blipFill>
          <a:blip r:embed="rId3">
            <a:alphaModFix/>
          </a:blip>
          <a:stretch>
            <a:fillRect/>
          </a:stretch>
        </p:blipFill>
        <p:spPr>
          <a:xfrm>
            <a:off x="4654575" y="573600"/>
            <a:ext cx="4297601" cy="4518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61"/>
          <p:cNvSpPr txBox="1"/>
          <p:nvPr>
            <p:ph idx="13" type="subTitle"/>
          </p:nvPr>
        </p:nvSpPr>
        <p:spPr>
          <a:xfrm>
            <a:off x="344975" y="205550"/>
            <a:ext cx="2855400" cy="29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What are the Exchange types?</a:t>
            </a:r>
            <a:endParaRPr/>
          </a:p>
        </p:txBody>
      </p:sp>
      <p:sp>
        <p:nvSpPr>
          <p:cNvPr id="1318" name="Google Shape;1318;p161"/>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19" name="Google Shape;1319;p161"/>
          <p:cNvSpPr txBox="1"/>
          <p:nvPr>
            <p:ph type="title"/>
          </p:nvPr>
        </p:nvSpPr>
        <p:spPr>
          <a:xfrm>
            <a:off x="333925" y="426150"/>
            <a:ext cx="8475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Exchange types</a:t>
            </a:r>
            <a:endParaRPr/>
          </a:p>
        </p:txBody>
      </p:sp>
      <p:sp>
        <p:nvSpPr>
          <p:cNvPr id="1320" name="Google Shape;1320;p161"/>
          <p:cNvSpPr txBox="1"/>
          <p:nvPr>
            <p:ph idx="1" type="subTitle"/>
          </p:nvPr>
        </p:nvSpPr>
        <p:spPr>
          <a:xfrm>
            <a:off x="381063" y="1030522"/>
            <a:ext cx="2705400" cy="4155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sz="1500">
                <a:solidFill>
                  <a:srgbClr val="38761D"/>
                </a:solidFill>
                <a:latin typeface="Inter Tight"/>
                <a:ea typeface="Inter Tight"/>
                <a:cs typeface="Inter Tight"/>
                <a:sym typeface="Inter Tight"/>
              </a:rPr>
              <a:t>Default Exchange</a:t>
            </a:r>
            <a:endParaRPr b="1" sz="1500">
              <a:solidFill>
                <a:srgbClr val="38761D"/>
              </a:solidFill>
              <a:latin typeface="Inter Tight"/>
              <a:ea typeface="Inter Tight"/>
              <a:cs typeface="Inter Tight"/>
              <a:sym typeface="Inter Tight"/>
            </a:endParaRPr>
          </a:p>
        </p:txBody>
      </p:sp>
      <p:sp>
        <p:nvSpPr>
          <p:cNvPr id="1321" name="Google Shape;1321;p161"/>
          <p:cNvSpPr txBox="1"/>
          <p:nvPr>
            <p:ph idx="5" type="body"/>
          </p:nvPr>
        </p:nvSpPr>
        <p:spPr>
          <a:xfrm>
            <a:off x="381075" y="1521625"/>
            <a:ext cx="3870300" cy="9381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accent1"/>
              </a:buClr>
              <a:buSzPts val="1100"/>
              <a:buFont typeface="Arial"/>
              <a:buNone/>
            </a:pPr>
            <a:r>
              <a:rPr b="1" lang="en" sz="1100"/>
              <a:t>Default exchange</a:t>
            </a:r>
            <a:r>
              <a:rPr lang="en" sz="1100">
                <a:latin typeface="Inter Tight Medium"/>
                <a:ea typeface="Inter Tight Medium"/>
                <a:cs typeface="Inter Tight Medium"/>
                <a:sym typeface="Inter Tight Medium"/>
              </a:rPr>
              <a:t> is a predefined, built-in exchange that is used when no other exchange is specified for a message. It is a direct exchange that routes messages to queues </a:t>
            </a:r>
            <a:r>
              <a:rPr b="1" lang="en" sz="1100" u="sng"/>
              <a:t>based on the routing key matching the queue name</a:t>
            </a:r>
            <a:r>
              <a:rPr lang="en" sz="1100">
                <a:latin typeface="Inter Tight Medium"/>
                <a:ea typeface="Inter Tight Medium"/>
                <a:cs typeface="Inter Tight Medium"/>
                <a:sym typeface="Inter Tight Medium"/>
              </a:rPr>
              <a:t>. </a:t>
            </a:r>
            <a:endParaRPr sz="1100">
              <a:latin typeface="Inter Tight Medium"/>
              <a:ea typeface="Inter Tight Medium"/>
              <a:cs typeface="Inter Tight Medium"/>
              <a:sym typeface="Inter Tight Medium"/>
            </a:endParaRPr>
          </a:p>
        </p:txBody>
      </p:sp>
      <p:sp>
        <p:nvSpPr>
          <p:cNvPr id="1322" name="Google Shape;1322;p161"/>
          <p:cNvSpPr txBox="1"/>
          <p:nvPr/>
        </p:nvSpPr>
        <p:spPr>
          <a:xfrm>
            <a:off x="381075" y="2761125"/>
            <a:ext cx="4355400" cy="18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accent1"/>
              </a:buClr>
              <a:buSzPts val="1100"/>
              <a:buFont typeface="Arial"/>
              <a:buNone/>
            </a:pPr>
            <a:r>
              <a:rPr b="1" lang="en" sz="1100">
                <a:solidFill>
                  <a:schemeClr val="dk1"/>
                </a:solidFill>
                <a:latin typeface="Inter Tight"/>
                <a:ea typeface="Inter Tight"/>
                <a:cs typeface="Inter Tight"/>
                <a:sym typeface="Inter Tight"/>
              </a:rPr>
              <a:t>Key Points About the Default Exchange:</a:t>
            </a:r>
            <a:endParaRPr b="1" sz="1100">
              <a:solidFill>
                <a:schemeClr val="dk1"/>
              </a:solidFill>
              <a:latin typeface="Inter Tight"/>
              <a:ea typeface="Inter Tight"/>
              <a:cs typeface="Inter Tight"/>
              <a:sym typeface="Inter Tight"/>
            </a:endParaRPr>
          </a:p>
          <a:p>
            <a:pPr indent="-298450" lvl="0" marL="457200" rtl="0" algn="l">
              <a:lnSpc>
                <a:spcPct val="115000"/>
              </a:lnSpc>
              <a:spcBef>
                <a:spcPts val="1200"/>
              </a:spcBef>
              <a:spcAft>
                <a:spcPts val="0"/>
              </a:spcAft>
              <a:buClr>
                <a:schemeClr val="accent1"/>
              </a:buClr>
              <a:buSzPts val="1100"/>
              <a:buAutoNum type="arabicPeriod"/>
            </a:pPr>
            <a:r>
              <a:rPr b="1" lang="en" sz="1100">
                <a:solidFill>
                  <a:schemeClr val="dk1"/>
                </a:solidFill>
                <a:latin typeface="Inter Tight"/>
                <a:ea typeface="Inter Tight"/>
                <a:cs typeface="Inter Tight"/>
                <a:sym typeface="Inter Tight"/>
              </a:rPr>
              <a:t>Type:</a:t>
            </a:r>
            <a:r>
              <a:rPr lang="en" sz="1100">
                <a:solidFill>
                  <a:schemeClr val="dk1"/>
                </a:solidFill>
                <a:latin typeface="Inter Tight Medium"/>
                <a:ea typeface="Inter Tight Medium"/>
                <a:cs typeface="Inter Tight Medium"/>
                <a:sym typeface="Inter Tight Medium"/>
              </a:rPr>
              <a:t> The default exchange is a </a:t>
            </a:r>
            <a:r>
              <a:rPr b="1" lang="en" sz="1100" u="sng">
                <a:solidFill>
                  <a:schemeClr val="dk1"/>
                </a:solidFill>
                <a:latin typeface="Inter Tight"/>
                <a:ea typeface="Inter Tight"/>
                <a:cs typeface="Inter Tight"/>
                <a:sym typeface="Inter Tight"/>
              </a:rPr>
              <a:t>direct exchange</a:t>
            </a:r>
            <a:r>
              <a:rPr b="1" lang="en" sz="1100">
                <a:solidFill>
                  <a:schemeClr val="dk1"/>
                </a:solidFill>
                <a:latin typeface="Inter Tight"/>
                <a:ea typeface="Inter Tight"/>
                <a:cs typeface="Inter Tight"/>
                <a:sym typeface="Inter Tight"/>
              </a:rPr>
              <a:t>.</a:t>
            </a:r>
            <a:endParaRPr b="1" sz="1100">
              <a:solidFill>
                <a:schemeClr val="dk1"/>
              </a:solidFill>
              <a:latin typeface="Inter Tight"/>
              <a:ea typeface="Inter Tight"/>
              <a:cs typeface="Inter Tight"/>
              <a:sym typeface="Inter Tight"/>
            </a:endParaRPr>
          </a:p>
          <a:p>
            <a:pPr indent="-298450" lvl="0" marL="457200" rtl="0" algn="l">
              <a:lnSpc>
                <a:spcPct val="115000"/>
              </a:lnSpc>
              <a:spcBef>
                <a:spcPts val="0"/>
              </a:spcBef>
              <a:spcAft>
                <a:spcPts val="0"/>
              </a:spcAft>
              <a:buClr>
                <a:schemeClr val="accent1"/>
              </a:buClr>
              <a:buSzPts val="1100"/>
              <a:buAutoNum type="arabicPeriod"/>
            </a:pPr>
            <a:r>
              <a:rPr b="1" lang="en" sz="1100">
                <a:solidFill>
                  <a:schemeClr val="dk1"/>
                </a:solidFill>
                <a:latin typeface="Inter Tight"/>
                <a:ea typeface="Inter Tight"/>
                <a:cs typeface="Inter Tight"/>
                <a:sym typeface="Inter Tight"/>
              </a:rPr>
              <a:t>Routing Key:</a:t>
            </a:r>
            <a:r>
              <a:rPr lang="en" sz="1100">
                <a:solidFill>
                  <a:schemeClr val="dk1"/>
                </a:solidFill>
                <a:latin typeface="Inter Tight Medium"/>
                <a:ea typeface="Inter Tight Medium"/>
                <a:cs typeface="Inter Tight Medium"/>
                <a:sym typeface="Inter Tight Medium"/>
              </a:rPr>
              <a:t> The routing key used in the default exchange is exactly the name of the queue.</a:t>
            </a:r>
            <a:endParaRPr sz="1100">
              <a:solidFill>
                <a:schemeClr val="dk1"/>
              </a:solidFill>
              <a:latin typeface="Inter Tight Medium"/>
              <a:ea typeface="Inter Tight Medium"/>
              <a:cs typeface="Inter Tight Medium"/>
              <a:sym typeface="Inter Tight Medium"/>
            </a:endParaRPr>
          </a:p>
          <a:p>
            <a:pPr indent="-298450" lvl="0" marL="457200" rtl="0" algn="l">
              <a:lnSpc>
                <a:spcPct val="115000"/>
              </a:lnSpc>
              <a:spcBef>
                <a:spcPts val="0"/>
              </a:spcBef>
              <a:spcAft>
                <a:spcPts val="0"/>
              </a:spcAft>
              <a:buClr>
                <a:schemeClr val="accent1"/>
              </a:buClr>
              <a:buSzPts val="1100"/>
              <a:buAutoNum type="arabicPeriod"/>
            </a:pPr>
            <a:r>
              <a:rPr b="1" lang="en" sz="1100">
                <a:solidFill>
                  <a:schemeClr val="dk1"/>
                </a:solidFill>
                <a:latin typeface="Inter Tight"/>
                <a:ea typeface="Inter Tight"/>
                <a:cs typeface="Inter Tight"/>
                <a:sym typeface="Inter Tight"/>
              </a:rPr>
              <a:t>No Explicit Declaration:</a:t>
            </a:r>
            <a:r>
              <a:rPr lang="en" sz="1100">
                <a:solidFill>
                  <a:schemeClr val="dk1"/>
                </a:solidFill>
                <a:latin typeface="Inter Tight Medium"/>
                <a:ea typeface="Inter Tight Medium"/>
                <a:cs typeface="Inter Tight Medium"/>
                <a:sym typeface="Inter Tight Medium"/>
              </a:rPr>
              <a:t> The default exchange doesn't need to be declared explicitly by the user; it is always available.</a:t>
            </a:r>
            <a:endParaRPr sz="1100">
              <a:solidFill>
                <a:schemeClr val="dk1"/>
              </a:solidFill>
              <a:latin typeface="Inter Tight Medium"/>
              <a:ea typeface="Inter Tight Medium"/>
              <a:cs typeface="Inter Tight Medium"/>
              <a:sym typeface="Inter Tight Medium"/>
            </a:endParaRPr>
          </a:p>
          <a:p>
            <a:pPr indent="-298450" lvl="0" marL="457200" rtl="0" algn="l">
              <a:lnSpc>
                <a:spcPct val="115000"/>
              </a:lnSpc>
              <a:spcBef>
                <a:spcPts val="0"/>
              </a:spcBef>
              <a:spcAft>
                <a:spcPts val="0"/>
              </a:spcAft>
              <a:buClr>
                <a:schemeClr val="accent1"/>
              </a:buClr>
              <a:buSzPts val="1100"/>
              <a:buAutoNum type="arabicPeriod"/>
            </a:pPr>
            <a:r>
              <a:rPr b="1" lang="en" sz="1100">
                <a:solidFill>
                  <a:schemeClr val="dk1"/>
                </a:solidFill>
                <a:latin typeface="Inter Tight"/>
                <a:ea typeface="Inter Tight"/>
                <a:cs typeface="Inter Tight"/>
                <a:sym typeface="Inter Tight"/>
              </a:rPr>
              <a:t>Direct Routing:</a:t>
            </a:r>
            <a:r>
              <a:rPr lang="en" sz="1100">
                <a:solidFill>
                  <a:schemeClr val="dk1"/>
                </a:solidFill>
                <a:latin typeface="Inter Tight Medium"/>
                <a:ea typeface="Inter Tight Medium"/>
                <a:cs typeface="Inter Tight Medium"/>
                <a:sym typeface="Inter Tight Medium"/>
              </a:rPr>
              <a:t> Messages are routed directly to the queue whose name matches the routing key.</a:t>
            </a:r>
            <a:endParaRPr sz="1100">
              <a:solidFill>
                <a:schemeClr val="dk1"/>
              </a:solidFill>
              <a:latin typeface="Inter Tight Medium"/>
              <a:ea typeface="Inter Tight Medium"/>
              <a:cs typeface="Inter Tight Medium"/>
              <a:sym typeface="Inter Tight Medium"/>
            </a:endParaRPr>
          </a:p>
        </p:txBody>
      </p:sp>
      <p:sp>
        <p:nvSpPr>
          <p:cNvPr id="1323" name="Google Shape;1323;p161"/>
          <p:cNvSpPr txBox="1"/>
          <p:nvPr/>
        </p:nvSpPr>
        <p:spPr>
          <a:xfrm>
            <a:off x="5260675" y="2785800"/>
            <a:ext cx="3466800" cy="1286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1100">
                <a:solidFill>
                  <a:schemeClr val="dk1"/>
                </a:solidFill>
                <a:latin typeface="Inter Tight"/>
                <a:ea typeface="Inter Tight"/>
                <a:cs typeface="Inter Tight"/>
                <a:sym typeface="Inter Tight"/>
              </a:rPr>
              <a:t>Use case:</a:t>
            </a:r>
            <a:endParaRPr b="1" sz="1100">
              <a:solidFill>
                <a:schemeClr val="dk1"/>
              </a:solidFill>
              <a:latin typeface="Inter Tight"/>
              <a:ea typeface="Inter Tight"/>
              <a:cs typeface="Inter Tight"/>
              <a:sym typeface="Inter Tight"/>
            </a:endParaRPr>
          </a:p>
          <a:p>
            <a:pPr indent="0" lvl="0" marL="0" rtl="0" algn="just">
              <a:lnSpc>
                <a:spcPct val="115000"/>
              </a:lnSpc>
              <a:spcBef>
                <a:spcPts val="1200"/>
              </a:spcBef>
              <a:spcAft>
                <a:spcPts val="1200"/>
              </a:spcAft>
              <a:buNone/>
            </a:pPr>
            <a:r>
              <a:rPr lang="en" sz="1100">
                <a:solidFill>
                  <a:schemeClr val="dk1"/>
                </a:solidFill>
                <a:latin typeface="Inter Tight Medium"/>
                <a:ea typeface="Inter Tight Medium"/>
                <a:cs typeface="Inter Tight Medium"/>
                <a:sym typeface="Inter Tight Medium"/>
              </a:rPr>
              <a:t>You do not need to define it explicitly, and it is useful for simple routing scenarios where you want a message to be delivered directly to a specific queue based on the queue name as the routing key.</a:t>
            </a:r>
            <a:endParaRPr sz="1100">
              <a:solidFill>
                <a:schemeClr val="accent1"/>
              </a:solidFill>
            </a:endParaRPr>
          </a:p>
        </p:txBody>
      </p:sp>
      <p:sp>
        <p:nvSpPr>
          <p:cNvPr id="1324" name="Google Shape;1324;p161"/>
          <p:cNvSpPr txBox="1"/>
          <p:nvPr/>
        </p:nvSpPr>
        <p:spPr>
          <a:xfrm>
            <a:off x="5230300" y="1106725"/>
            <a:ext cx="3524400" cy="132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1100">
                <a:solidFill>
                  <a:schemeClr val="dk1"/>
                </a:solidFill>
                <a:latin typeface="Inter Tight"/>
                <a:ea typeface="Inter Tight"/>
                <a:cs typeface="Inter Tight"/>
                <a:sym typeface="Inter Tight"/>
              </a:rPr>
              <a:t>Conditions:</a:t>
            </a:r>
            <a:br>
              <a:rPr lang="en" sz="1100">
                <a:solidFill>
                  <a:schemeClr val="dk1"/>
                </a:solidFill>
                <a:latin typeface="Inter Tight Medium"/>
                <a:ea typeface="Inter Tight Medium"/>
                <a:cs typeface="Inter Tight Medium"/>
                <a:sym typeface="Inter Tight Medium"/>
              </a:rPr>
            </a:br>
            <a:br>
              <a:rPr lang="en" sz="1100">
                <a:solidFill>
                  <a:schemeClr val="dk1"/>
                </a:solidFill>
                <a:latin typeface="Inter Tight Medium"/>
                <a:ea typeface="Inter Tight Medium"/>
                <a:cs typeface="Inter Tight Medium"/>
                <a:sym typeface="Inter Tight Medium"/>
              </a:rPr>
            </a:br>
            <a:r>
              <a:rPr b="1" lang="en" sz="1100">
                <a:solidFill>
                  <a:schemeClr val="dk1"/>
                </a:solidFill>
                <a:latin typeface="Inter Tight"/>
                <a:ea typeface="Inter Tight"/>
                <a:cs typeface="Inter Tight"/>
                <a:sym typeface="Inter Tight"/>
              </a:rPr>
              <a:t>I</a:t>
            </a:r>
            <a:r>
              <a:rPr b="1" lang="en" sz="1100">
                <a:solidFill>
                  <a:schemeClr val="dk1"/>
                </a:solidFill>
                <a:latin typeface="Inter Tight"/>
                <a:ea typeface="Inter Tight"/>
                <a:cs typeface="Inter Tight"/>
                <a:sym typeface="Inter Tight"/>
              </a:rPr>
              <a:t>f no exchange is specified or if the specified exchange does not exist</a:t>
            </a:r>
            <a:r>
              <a:rPr lang="en" sz="1100">
                <a:solidFill>
                  <a:schemeClr val="dk1"/>
                </a:solidFill>
                <a:latin typeface="Inter Tight Medium"/>
                <a:ea typeface="Inter Tight Medium"/>
                <a:cs typeface="Inter Tight Medium"/>
                <a:sym typeface="Inter Tight Medium"/>
              </a:rPr>
              <a:t>, the default exchange will be used, and the routing key will be treated as the queue name</a:t>
            </a:r>
            <a:r>
              <a:rPr lang="en" sz="1100">
                <a:solidFill>
                  <a:schemeClr val="accent1"/>
                </a:solidFill>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162"/>
          <p:cNvSpPr txBox="1"/>
          <p:nvPr>
            <p:ph idx="13" type="subTitle"/>
          </p:nvPr>
        </p:nvSpPr>
        <p:spPr>
          <a:xfrm>
            <a:off x="344975" y="205550"/>
            <a:ext cx="2855400" cy="29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What are the Exchange types?</a:t>
            </a:r>
            <a:endParaRPr/>
          </a:p>
        </p:txBody>
      </p:sp>
      <p:sp>
        <p:nvSpPr>
          <p:cNvPr id="1330" name="Google Shape;1330;p162"/>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31" name="Google Shape;1331;p162"/>
          <p:cNvSpPr txBox="1"/>
          <p:nvPr>
            <p:ph type="title"/>
          </p:nvPr>
        </p:nvSpPr>
        <p:spPr>
          <a:xfrm>
            <a:off x="333925" y="426150"/>
            <a:ext cx="8475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Exchange types</a:t>
            </a:r>
            <a:endParaRPr/>
          </a:p>
        </p:txBody>
      </p:sp>
      <p:sp>
        <p:nvSpPr>
          <p:cNvPr id="1332" name="Google Shape;1332;p162"/>
          <p:cNvSpPr txBox="1"/>
          <p:nvPr>
            <p:ph idx="1" type="subTitle"/>
          </p:nvPr>
        </p:nvSpPr>
        <p:spPr>
          <a:xfrm>
            <a:off x="381075" y="878124"/>
            <a:ext cx="2705400" cy="4155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sz="1500">
                <a:solidFill>
                  <a:srgbClr val="38761D"/>
                </a:solidFill>
                <a:latin typeface="Inter Tight"/>
                <a:ea typeface="Inter Tight"/>
                <a:cs typeface="Inter Tight"/>
                <a:sym typeface="Inter Tight"/>
              </a:rPr>
              <a:t>Topic</a:t>
            </a:r>
            <a:r>
              <a:rPr b="1" lang="en" sz="1500">
                <a:solidFill>
                  <a:srgbClr val="38761D"/>
                </a:solidFill>
                <a:latin typeface="Inter Tight"/>
                <a:ea typeface="Inter Tight"/>
                <a:cs typeface="Inter Tight"/>
                <a:sym typeface="Inter Tight"/>
              </a:rPr>
              <a:t> Exchange</a:t>
            </a:r>
            <a:endParaRPr b="1" sz="1500">
              <a:solidFill>
                <a:srgbClr val="38761D"/>
              </a:solidFill>
              <a:latin typeface="Inter Tight"/>
              <a:ea typeface="Inter Tight"/>
              <a:cs typeface="Inter Tight"/>
              <a:sym typeface="Inter Tight"/>
            </a:endParaRPr>
          </a:p>
        </p:txBody>
      </p:sp>
      <p:sp>
        <p:nvSpPr>
          <p:cNvPr id="1333" name="Google Shape;1333;p162"/>
          <p:cNvSpPr txBox="1"/>
          <p:nvPr>
            <p:ph idx="5" type="body"/>
          </p:nvPr>
        </p:nvSpPr>
        <p:spPr>
          <a:xfrm>
            <a:off x="381075" y="1216825"/>
            <a:ext cx="4273500" cy="815700"/>
          </a:xfrm>
          <a:prstGeom prst="rect">
            <a:avLst/>
          </a:prstGeom>
        </p:spPr>
        <p:txBody>
          <a:bodyPr anchorCtr="0" anchor="t" bIns="91425" lIns="91425" spcFirstLastPara="1" rIns="91425" wrap="square" tIns="91425">
            <a:spAutoFit/>
          </a:bodyPr>
          <a:lstStyle/>
          <a:p>
            <a:pPr indent="0" lvl="0" marL="0" rtl="0" algn="just">
              <a:spcBef>
                <a:spcPts val="0"/>
              </a:spcBef>
              <a:spcAft>
                <a:spcPts val="1200"/>
              </a:spcAft>
              <a:buNone/>
            </a:pPr>
            <a:r>
              <a:rPr lang="en">
                <a:latin typeface="Inter Tight Medium"/>
                <a:ea typeface="Inter Tight Medium"/>
                <a:cs typeface="Inter Tight Medium"/>
                <a:sym typeface="Inter Tight Medium"/>
              </a:rPr>
              <a:t>Topic exchanges route messages to queues </a:t>
            </a:r>
            <a:r>
              <a:rPr b="1" lang="en"/>
              <a:t>based on wildcard matches between the routing key and the routing pattern</a:t>
            </a:r>
            <a:r>
              <a:rPr lang="en">
                <a:latin typeface="Inter Tight Medium"/>
                <a:ea typeface="Inter Tight Medium"/>
                <a:cs typeface="Inter Tight Medium"/>
                <a:sym typeface="Inter Tight Medium"/>
              </a:rPr>
              <a:t>, which is specified by the queue binding. Messages are routed to one or many queues based on a matching between a message routing key and this pattern</a:t>
            </a:r>
            <a:r>
              <a:rPr lang="en" sz="1100">
                <a:solidFill>
                  <a:srgbClr val="6D6D6D"/>
                </a:solidFill>
                <a:highlight>
                  <a:srgbClr val="FFFFFF"/>
                </a:highlight>
                <a:latin typeface="Roboto"/>
                <a:ea typeface="Roboto"/>
                <a:cs typeface="Roboto"/>
                <a:sym typeface="Roboto"/>
              </a:rPr>
              <a:t>.</a:t>
            </a:r>
            <a:endParaRPr sz="900"/>
          </a:p>
        </p:txBody>
      </p:sp>
      <p:sp>
        <p:nvSpPr>
          <p:cNvPr id="1334" name="Google Shape;1334;p162"/>
          <p:cNvSpPr txBox="1"/>
          <p:nvPr/>
        </p:nvSpPr>
        <p:spPr>
          <a:xfrm>
            <a:off x="388850" y="2605375"/>
            <a:ext cx="43554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p>
        </p:txBody>
      </p:sp>
      <p:pic>
        <p:nvPicPr>
          <p:cNvPr id="1335" name="Google Shape;1335;p162"/>
          <p:cNvPicPr preferRelativeResize="0"/>
          <p:nvPr/>
        </p:nvPicPr>
        <p:blipFill>
          <a:blip r:embed="rId3">
            <a:alphaModFix/>
          </a:blip>
          <a:stretch>
            <a:fillRect/>
          </a:stretch>
        </p:blipFill>
        <p:spPr>
          <a:xfrm>
            <a:off x="4801725" y="426150"/>
            <a:ext cx="4240074" cy="4647326"/>
          </a:xfrm>
          <a:prstGeom prst="rect">
            <a:avLst/>
          </a:prstGeom>
          <a:noFill/>
          <a:ln>
            <a:noFill/>
          </a:ln>
        </p:spPr>
      </p:pic>
      <p:sp>
        <p:nvSpPr>
          <p:cNvPr id="1336" name="Google Shape;1336;p162"/>
          <p:cNvSpPr txBox="1"/>
          <p:nvPr>
            <p:ph idx="5" type="body"/>
          </p:nvPr>
        </p:nvSpPr>
        <p:spPr>
          <a:xfrm>
            <a:off x="386675" y="1937250"/>
            <a:ext cx="4497900" cy="1069200"/>
          </a:xfrm>
          <a:prstGeom prst="rect">
            <a:avLst/>
          </a:prstGeom>
        </p:spPr>
        <p:txBody>
          <a:bodyPr anchorCtr="0" anchor="t" bIns="91425" lIns="91425" spcFirstLastPara="1" rIns="91425" wrap="square" tIns="91425">
            <a:spAutoFit/>
          </a:bodyPr>
          <a:lstStyle/>
          <a:p>
            <a:pPr indent="0" lvl="0" marL="0" rtl="0" algn="l">
              <a:lnSpc>
                <a:spcPct val="120000"/>
              </a:lnSpc>
              <a:spcBef>
                <a:spcPts val="1200"/>
              </a:spcBef>
              <a:spcAft>
                <a:spcPts val="0"/>
              </a:spcAft>
              <a:buClr>
                <a:schemeClr val="accent1"/>
              </a:buClr>
              <a:buSzPts val="1100"/>
              <a:buFont typeface="Arial"/>
              <a:buNone/>
            </a:pPr>
            <a:r>
              <a:rPr b="1" lang="en" sz="900" u="sng"/>
              <a:t>Scenario 1</a:t>
            </a:r>
            <a:endParaRPr b="1" sz="900" u="sng"/>
          </a:p>
          <a:p>
            <a:pPr indent="-279400" lvl="0" marL="457200" rtl="0" algn="l">
              <a:lnSpc>
                <a:spcPct val="100000"/>
              </a:lnSpc>
              <a:spcBef>
                <a:spcPts val="200"/>
              </a:spcBef>
              <a:spcAft>
                <a:spcPts val="0"/>
              </a:spcAft>
              <a:buSzPts val="800"/>
              <a:buFont typeface="Roboto"/>
              <a:buAutoNum type="arabicPeriod"/>
            </a:pPr>
            <a:r>
              <a:rPr b="1" lang="en" sz="900"/>
              <a:t>Exchange</a:t>
            </a:r>
            <a:r>
              <a:rPr lang="en" sz="900">
                <a:latin typeface="Inter Tight Medium"/>
                <a:ea typeface="Inter Tight Medium"/>
                <a:cs typeface="Inter Tight Medium"/>
                <a:sym typeface="Inter Tight Medium"/>
              </a:rPr>
              <a:t>: agreements</a:t>
            </a:r>
            <a:endParaRPr sz="900">
              <a:latin typeface="Inter Tight Medium"/>
              <a:ea typeface="Inter Tight Medium"/>
              <a:cs typeface="Inter Tight Medium"/>
              <a:sym typeface="Inter Tight Medium"/>
            </a:endParaRPr>
          </a:p>
          <a:p>
            <a:pPr indent="-279400" lvl="0" marL="457200" rtl="0" algn="l">
              <a:lnSpc>
                <a:spcPct val="100000"/>
              </a:lnSpc>
              <a:spcBef>
                <a:spcPts val="0"/>
              </a:spcBef>
              <a:spcAft>
                <a:spcPts val="0"/>
              </a:spcAft>
              <a:buSzPts val="800"/>
              <a:buFont typeface="Roboto"/>
              <a:buAutoNum type="arabicPeriod"/>
            </a:pPr>
            <a:r>
              <a:rPr b="1" lang="en" sz="900"/>
              <a:t>Q</a:t>
            </a:r>
            <a:r>
              <a:rPr b="1" lang="en" sz="900"/>
              <a:t>ueue</a:t>
            </a:r>
            <a:r>
              <a:rPr lang="en" sz="900">
                <a:latin typeface="Inter Tight Medium"/>
                <a:ea typeface="Inter Tight Medium"/>
                <a:cs typeface="Inter Tight Medium"/>
                <a:sym typeface="Inter Tight Medium"/>
              </a:rPr>
              <a:t>: berlin_agreements</a:t>
            </a:r>
            <a:endParaRPr sz="900">
              <a:latin typeface="Inter Tight Medium"/>
              <a:ea typeface="Inter Tight Medium"/>
              <a:cs typeface="Inter Tight Medium"/>
              <a:sym typeface="Inter Tight Medium"/>
            </a:endParaRPr>
          </a:p>
          <a:p>
            <a:pPr indent="-279400" lvl="0" marL="457200" rtl="0" algn="l">
              <a:lnSpc>
                <a:spcPct val="100000"/>
              </a:lnSpc>
              <a:spcBef>
                <a:spcPts val="0"/>
              </a:spcBef>
              <a:spcAft>
                <a:spcPts val="0"/>
              </a:spcAft>
              <a:buSzPts val="800"/>
              <a:buFont typeface="Roboto"/>
              <a:buAutoNum type="arabicPeriod"/>
            </a:pPr>
            <a:r>
              <a:rPr b="1" lang="en" sz="900"/>
              <a:t>Routing pattern between Exchange and Queue</a:t>
            </a:r>
            <a:r>
              <a:rPr lang="en" sz="900">
                <a:latin typeface="Inter Tight Medium"/>
                <a:ea typeface="Inter Tight Medium"/>
                <a:cs typeface="Inter Tight Medium"/>
                <a:sym typeface="Inter Tight Medium"/>
              </a:rPr>
              <a:t>: agreements.eu.berlin.#</a:t>
            </a:r>
            <a:endParaRPr sz="900">
              <a:latin typeface="Inter Tight Medium"/>
              <a:ea typeface="Inter Tight Medium"/>
              <a:cs typeface="Inter Tight Medium"/>
              <a:sym typeface="Inter Tight Medium"/>
            </a:endParaRPr>
          </a:p>
          <a:p>
            <a:pPr indent="-279400" lvl="0" marL="457200" rtl="0" algn="l">
              <a:lnSpc>
                <a:spcPct val="100000"/>
              </a:lnSpc>
              <a:spcBef>
                <a:spcPts val="0"/>
              </a:spcBef>
              <a:spcAft>
                <a:spcPts val="0"/>
              </a:spcAft>
              <a:buSzPts val="800"/>
              <a:buFont typeface="Roboto"/>
              <a:buAutoNum type="arabicPeriod"/>
            </a:pPr>
            <a:r>
              <a:rPr b="1" lang="en" sz="900"/>
              <a:t>Example of message routing key that matches</a:t>
            </a:r>
            <a:r>
              <a:rPr lang="en" sz="900">
                <a:latin typeface="Inter Tight Medium"/>
                <a:ea typeface="Inter Tight Medium"/>
                <a:cs typeface="Inter Tight Medium"/>
                <a:sym typeface="Inter Tight Medium"/>
              </a:rPr>
              <a:t>: agreements.eu.berlin and agreements.eu.berlin.store</a:t>
            </a:r>
            <a:endParaRPr sz="500">
              <a:latin typeface="Inter Tight Medium"/>
              <a:ea typeface="Inter Tight Medium"/>
              <a:cs typeface="Inter Tight Medium"/>
              <a:sym typeface="Inter Tight Medium"/>
            </a:endParaRPr>
          </a:p>
        </p:txBody>
      </p:sp>
      <p:sp>
        <p:nvSpPr>
          <p:cNvPr id="1337" name="Google Shape;1337;p162"/>
          <p:cNvSpPr txBox="1"/>
          <p:nvPr>
            <p:ph idx="5" type="body"/>
          </p:nvPr>
        </p:nvSpPr>
        <p:spPr>
          <a:xfrm>
            <a:off x="429250" y="2961600"/>
            <a:ext cx="4497900" cy="1069200"/>
          </a:xfrm>
          <a:prstGeom prst="rect">
            <a:avLst/>
          </a:prstGeom>
        </p:spPr>
        <p:txBody>
          <a:bodyPr anchorCtr="0" anchor="t" bIns="91425" lIns="91425" spcFirstLastPara="1" rIns="91425" wrap="square" tIns="91425">
            <a:spAutoFit/>
          </a:bodyPr>
          <a:lstStyle/>
          <a:p>
            <a:pPr indent="0" lvl="0" marL="0" rtl="0" algn="l">
              <a:lnSpc>
                <a:spcPct val="120000"/>
              </a:lnSpc>
              <a:spcBef>
                <a:spcPts val="1200"/>
              </a:spcBef>
              <a:spcAft>
                <a:spcPts val="0"/>
              </a:spcAft>
              <a:buNone/>
            </a:pPr>
            <a:r>
              <a:rPr b="1" lang="en" sz="900" u="sng"/>
              <a:t>Scenario 2</a:t>
            </a:r>
            <a:endParaRPr b="1" sz="900" u="sng"/>
          </a:p>
          <a:p>
            <a:pPr indent="-279400" lvl="0" marL="457200" rtl="0" algn="l">
              <a:lnSpc>
                <a:spcPct val="100000"/>
              </a:lnSpc>
              <a:spcBef>
                <a:spcPts val="200"/>
              </a:spcBef>
              <a:spcAft>
                <a:spcPts val="0"/>
              </a:spcAft>
              <a:buSzPts val="800"/>
              <a:buFont typeface="Roboto"/>
              <a:buAutoNum type="arabicPeriod"/>
            </a:pPr>
            <a:r>
              <a:rPr b="1" lang="en" sz="900"/>
              <a:t>Exchange</a:t>
            </a:r>
            <a:r>
              <a:rPr lang="en" sz="900">
                <a:latin typeface="Inter Tight Medium"/>
                <a:ea typeface="Inter Tight Medium"/>
                <a:cs typeface="Inter Tight Medium"/>
                <a:sym typeface="Inter Tight Medium"/>
              </a:rPr>
              <a:t>: agreements</a:t>
            </a:r>
            <a:endParaRPr sz="900">
              <a:latin typeface="Inter Tight Medium"/>
              <a:ea typeface="Inter Tight Medium"/>
              <a:cs typeface="Inter Tight Medium"/>
              <a:sym typeface="Inter Tight Medium"/>
            </a:endParaRPr>
          </a:p>
          <a:p>
            <a:pPr indent="-279400" lvl="0" marL="457200" rtl="0" algn="l">
              <a:lnSpc>
                <a:spcPct val="100000"/>
              </a:lnSpc>
              <a:spcBef>
                <a:spcPts val="0"/>
              </a:spcBef>
              <a:spcAft>
                <a:spcPts val="0"/>
              </a:spcAft>
              <a:buSzPts val="800"/>
              <a:buFont typeface="Roboto"/>
              <a:buAutoNum type="arabicPeriod"/>
            </a:pPr>
            <a:r>
              <a:rPr b="1" lang="en" sz="900"/>
              <a:t>Queue</a:t>
            </a:r>
            <a:r>
              <a:rPr lang="en" sz="900">
                <a:latin typeface="Inter Tight Medium"/>
                <a:ea typeface="Inter Tight Medium"/>
                <a:cs typeface="Inter Tight Medium"/>
                <a:sym typeface="Inter Tight Medium"/>
              </a:rPr>
              <a:t>: all_agreements</a:t>
            </a:r>
            <a:endParaRPr sz="900">
              <a:latin typeface="Inter Tight Medium"/>
              <a:ea typeface="Inter Tight Medium"/>
              <a:cs typeface="Inter Tight Medium"/>
              <a:sym typeface="Inter Tight Medium"/>
            </a:endParaRPr>
          </a:p>
          <a:p>
            <a:pPr indent="-279400" lvl="0" marL="457200" rtl="0" algn="l">
              <a:lnSpc>
                <a:spcPct val="100000"/>
              </a:lnSpc>
              <a:spcBef>
                <a:spcPts val="0"/>
              </a:spcBef>
              <a:spcAft>
                <a:spcPts val="0"/>
              </a:spcAft>
              <a:buSzPts val="800"/>
              <a:buFont typeface="Roboto"/>
              <a:buAutoNum type="arabicPeriod"/>
            </a:pPr>
            <a:r>
              <a:rPr b="1" lang="en" sz="900"/>
              <a:t>Routing pattern between Exchange and Queue</a:t>
            </a:r>
            <a:r>
              <a:rPr lang="en" sz="900">
                <a:latin typeface="Inter Tight Medium"/>
                <a:ea typeface="Inter Tight Medium"/>
                <a:cs typeface="Inter Tight Medium"/>
                <a:sym typeface="Inter Tight Medium"/>
              </a:rPr>
              <a:t>: agreements.#</a:t>
            </a:r>
            <a:endParaRPr sz="900">
              <a:latin typeface="Inter Tight Medium"/>
              <a:ea typeface="Inter Tight Medium"/>
              <a:cs typeface="Inter Tight Medium"/>
              <a:sym typeface="Inter Tight Medium"/>
            </a:endParaRPr>
          </a:p>
          <a:p>
            <a:pPr indent="-279400" lvl="0" marL="457200" rtl="0" algn="l">
              <a:lnSpc>
                <a:spcPct val="100000"/>
              </a:lnSpc>
              <a:spcBef>
                <a:spcPts val="0"/>
              </a:spcBef>
              <a:spcAft>
                <a:spcPts val="0"/>
              </a:spcAft>
              <a:buSzPts val="800"/>
              <a:buFont typeface="Roboto"/>
              <a:buAutoNum type="arabicPeriod"/>
            </a:pPr>
            <a:r>
              <a:rPr b="1" lang="en" sz="900"/>
              <a:t>Example of message routing key that matches</a:t>
            </a:r>
            <a:r>
              <a:rPr lang="en" sz="900">
                <a:latin typeface="Inter Tight Medium"/>
                <a:ea typeface="Inter Tight Medium"/>
                <a:cs typeface="Inter Tight Medium"/>
                <a:sym typeface="Inter Tight Medium"/>
              </a:rPr>
              <a:t>: </a:t>
            </a:r>
            <a:r>
              <a:rPr lang="en" sz="900">
                <a:latin typeface="Inter Tight Medium"/>
                <a:ea typeface="Inter Tight Medium"/>
                <a:cs typeface="Inter Tight Medium"/>
                <a:sym typeface="Inter Tight Medium"/>
              </a:rPr>
              <a:t>agreements.eu.berlin and agreements.us</a:t>
            </a:r>
            <a:endParaRPr sz="500">
              <a:latin typeface="Inter Tight Medium"/>
              <a:ea typeface="Inter Tight Medium"/>
              <a:cs typeface="Inter Tight Medium"/>
              <a:sym typeface="Inter Tight Medium"/>
            </a:endParaRPr>
          </a:p>
        </p:txBody>
      </p:sp>
      <p:sp>
        <p:nvSpPr>
          <p:cNvPr id="1338" name="Google Shape;1338;p162"/>
          <p:cNvSpPr txBox="1"/>
          <p:nvPr>
            <p:ph idx="5" type="body"/>
          </p:nvPr>
        </p:nvSpPr>
        <p:spPr>
          <a:xfrm>
            <a:off x="429250" y="4069850"/>
            <a:ext cx="4497900" cy="1069200"/>
          </a:xfrm>
          <a:prstGeom prst="rect">
            <a:avLst/>
          </a:prstGeom>
        </p:spPr>
        <p:txBody>
          <a:bodyPr anchorCtr="0" anchor="t" bIns="91425" lIns="91425" spcFirstLastPara="1" rIns="91425" wrap="square" tIns="91425">
            <a:spAutoFit/>
          </a:bodyPr>
          <a:lstStyle/>
          <a:p>
            <a:pPr indent="0" lvl="0" marL="0" rtl="0" algn="l">
              <a:lnSpc>
                <a:spcPct val="120000"/>
              </a:lnSpc>
              <a:spcBef>
                <a:spcPts val="1200"/>
              </a:spcBef>
              <a:spcAft>
                <a:spcPts val="0"/>
              </a:spcAft>
              <a:buNone/>
            </a:pPr>
            <a:r>
              <a:rPr b="1" lang="en" sz="900" u="sng"/>
              <a:t>Scenario 3</a:t>
            </a:r>
            <a:endParaRPr b="1" sz="900" u="sng"/>
          </a:p>
          <a:p>
            <a:pPr indent="-279400" lvl="0" marL="457200" rtl="0" algn="l">
              <a:lnSpc>
                <a:spcPct val="100000"/>
              </a:lnSpc>
              <a:spcBef>
                <a:spcPts val="200"/>
              </a:spcBef>
              <a:spcAft>
                <a:spcPts val="0"/>
              </a:spcAft>
              <a:buSzPts val="800"/>
              <a:buFont typeface="Roboto"/>
              <a:buAutoNum type="arabicPeriod"/>
            </a:pPr>
            <a:r>
              <a:rPr b="1" lang="en" sz="900"/>
              <a:t>Exchange</a:t>
            </a:r>
            <a:r>
              <a:rPr lang="en" sz="900">
                <a:latin typeface="Inter Tight Medium"/>
                <a:ea typeface="Inter Tight Medium"/>
                <a:cs typeface="Inter Tight Medium"/>
                <a:sym typeface="Inter Tight Medium"/>
              </a:rPr>
              <a:t>: agreements</a:t>
            </a:r>
            <a:endParaRPr sz="900">
              <a:latin typeface="Inter Tight Medium"/>
              <a:ea typeface="Inter Tight Medium"/>
              <a:cs typeface="Inter Tight Medium"/>
              <a:sym typeface="Inter Tight Medium"/>
            </a:endParaRPr>
          </a:p>
          <a:p>
            <a:pPr indent="-279400" lvl="0" marL="457200" rtl="0" algn="l">
              <a:lnSpc>
                <a:spcPct val="100000"/>
              </a:lnSpc>
              <a:spcBef>
                <a:spcPts val="0"/>
              </a:spcBef>
              <a:spcAft>
                <a:spcPts val="0"/>
              </a:spcAft>
              <a:buSzPts val="800"/>
              <a:buFont typeface="Roboto"/>
              <a:buAutoNum type="arabicPeriod"/>
            </a:pPr>
            <a:r>
              <a:rPr b="1" lang="en" sz="900"/>
              <a:t>Queue</a:t>
            </a:r>
            <a:r>
              <a:rPr lang="en" sz="900">
                <a:latin typeface="Inter Tight Medium"/>
                <a:ea typeface="Inter Tight Medium"/>
                <a:cs typeface="Inter Tight Medium"/>
                <a:sym typeface="Inter Tight Medium"/>
              </a:rPr>
              <a:t>: store_agreements</a:t>
            </a:r>
            <a:endParaRPr sz="900">
              <a:latin typeface="Inter Tight Medium"/>
              <a:ea typeface="Inter Tight Medium"/>
              <a:cs typeface="Inter Tight Medium"/>
              <a:sym typeface="Inter Tight Medium"/>
            </a:endParaRPr>
          </a:p>
          <a:p>
            <a:pPr indent="-279400" lvl="0" marL="457200" rtl="0" algn="l">
              <a:lnSpc>
                <a:spcPct val="100000"/>
              </a:lnSpc>
              <a:spcBef>
                <a:spcPts val="0"/>
              </a:spcBef>
              <a:spcAft>
                <a:spcPts val="0"/>
              </a:spcAft>
              <a:buSzPts val="800"/>
              <a:buFont typeface="Roboto"/>
              <a:buAutoNum type="arabicPeriod"/>
            </a:pPr>
            <a:r>
              <a:rPr b="1" lang="en" sz="900"/>
              <a:t>Routing pattern between Exchange and Queue</a:t>
            </a:r>
            <a:r>
              <a:rPr lang="en" sz="900">
                <a:latin typeface="Inter Tight Medium"/>
                <a:ea typeface="Inter Tight Medium"/>
                <a:cs typeface="Inter Tight Medium"/>
                <a:sym typeface="Inter Tight Medium"/>
              </a:rPr>
              <a:t>: agreements.eu.*.store</a:t>
            </a:r>
            <a:endParaRPr sz="900">
              <a:latin typeface="Inter Tight Medium"/>
              <a:ea typeface="Inter Tight Medium"/>
              <a:cs typeface="Inter Tight Medium"/>
              <a:sym typeface="Inter Tight Medium"/>
            </a:endParaRPr>
          </a:p>
          <a:p>
            <a:pPr indent="-279400" lvl="0" marL="457200" rtl="0" algn="l">
              <a:lnSpc>
                <a:spcPct val="100000"/>
              </a:lnSpc>
              <a:spcBef>
                <a:spcPts val="0"/>
              </a:spcBef>
              <a:spcAft>
                <a:spcPts val="0"/>
              </a:spcAft>
              <a:buSzPts val="800"/>
              <a:buFont typeface="Roboto"/>
              <a:buAutoNum type="arabicPeriod"/>
            </a:pPr>
            <a:r>
              <a:rPr b="1" lang="en" sz="900"/>
              <a:t>Example of message routing key that matches</a:t>
            </a:r>
            <a:r>
              <a:rPr lang="en" sz="900">
                <a:latin typeface="Inter Tight Medium"/>
                <a:ea typeface="Inter Tight Medium"/>
                <a:cs typeface="Inter Tight Medium"/>
                <a:sym typeface="Inter Tight Medium"/>
              </a:rPr>
              <a:t>: </a:t>
            </a:r>
            <a:r>
              <a:rPr lang="en" sz="900">
                <a:latin typeface="Inter Tight Medium"/>
                <a:ea typeface="Inter Tight Medium"/>
                <a:cs typeface="Inter Tight Medium"/>
                <a:sym typeface="Inter Tight Medium"/>
              </a:rPr>
              <a:t>agreements.eu.berlin.store and agreements.eu.stockholm.store</a:t>
            </a:r>
            <a:endParaRPr sz="500">
              <a:latin typeface="Inter Tight Medium"/>
              <a:ea typeface="Inter Tight Medium"/>
              <a:cs typeface="Inter Tight Medium"/>
              <a:sym typeface="Inter Tight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163"/>
          <p:cNvSpPr txBox="1"/>
          <p:nvPr>
            <p:ph idx="13" type="subTitle"/>
          </p:nvPr>
        </p:nvSpPr>
        <p:spPr>
          <a:xfrm>
            <a:off x="344975" y="205550"/>
            <a:ext cx="2855400" cy="29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What are the Exchange types?</a:t>
            </a:r>
            <a:endParaRPr/>
          </a:p>
        </p:txBody>
      </p:sp>
      <p:sp>
        <p:nvSpPr>
          <p:cNvPr id="1344" name="Google Shape;1344;p163"/>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45" name="Google Shape;1345;p163"/>
          <p:cNvSpPr txBox="1"/>
          <p:nvPr>
            <p:ph type="title"/>
          </p:nvPr>
        </p:nvSpPr>
        <p:spPr>
          <a:xfrm>
            <a:off x="333925" y="426150"/>
            <a:ext cx="8475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Exchange types</a:t>
            </a:r>
            <a:endParaRPr/>
          </a:p>
        </p:txBody>
      </p:sp>
      <p:sp>
        <p:nvSpPr>
          <p:cNvPr id="1346" name="Google Shape;1346;p163"/>
          <p:cNvSpPr txBox="1"/>
          <p:nvPr>
            <p:ph idx="1" type="subTitle"/>
          </p:nvPr>
        </p:nvSpPr>
        <p:spPr>
          <a:xfrm>
            <a:off x="381063" y="1030522"/>
            <a:ext cx="2705400" cy="4155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sz="1500">
                <a:solidFill>
                  <a:srgbClr val="38761D"/>
                </a:solidFill>
                <a:latin typeface="Inter Tight"/>
                <a:ea typeface="Inter Tight"/>
                <a:cs typeface="Inter Tight"/>
                <a:sym typeface="Inter Tight"/>
              </a:rPr>
              <a:t>Fanout</a:t>
            </a:r>
            <a:r>
              <a:rPr b="1" lang="en" sz="1500">
                <a:solidFill>
                  <a:srgbClr val="38761D"/>
                </a:solidFill>
                <a:latin typeface="Inter Tight"/>
                <a:ea typeface="Inter Tight"/>
                <a:cs typeface="Inter Tight"/>
                <a:sym typeface="Inter Tight"/>
              </a:rPr>
              <a:t> Exchange</a:t>
            </a:r>
            <a:endParaRPr b="1" sz="1500">
              <a:solidFill>
                <a:srgbClr val="38761D"/>
              </a:solidFill>
              <a:latin typeface="Inter Tight"/>
              <a:ea typeface="Inter Tight"/>
              <a:cs typeface="Inter Tight"/>
              <a:sym typeface="Inter Tight"/>
            </a:endParaRPr>
          </a:p>
        </p:txBody>
      </p:sp>
      <p:sp>
        <p:nvSpPr>
          <p:cNvPr id="1347" name="Google Shape;1347;p163"/>
          <p:cNvSpPr txBox="1"/>
          <p:nvPr>
            <p:ph idx="5" type="body"/>
          </p:nvPr>
        </p:nvSpPr>
        <p:spPr>
          <a:xfrm>
            <a:off x="381082" y="1521625"/>
            <a:ext cx="4273500" cy="861900"/>
          </a:xfrm>
          <a:prstGeom prst="rect">
            <a:avLst/>
          </a:prstGeom>
        </p:spPr>
        <p:txBody>
          <a:bodyPr anchorCtr="0" anchor="t" bIns="91425" lIns="91425" spcFirstLastPara="1" rIns="91425" wrap="square" tIns="91425">
            <a:spAutoFit/>
          </a:bodyPr>
          <a:lstStyle/>
          <a:p>
            <a:pPr indent="0" lvl="0" marL="0" rtl="0" algn="just">
              <a:spcBef>
                <a:spcPts val="0"/>
              </a:spcBef>
              <a:spcAft>
                <a:spcPts val="1200"/>
              </a:spcAft>
              <a:buNone/>
            </a:pPr>
            <a:r>
              <a:rPr lang="en" sz="1100">
                <a:latin typeface="Inter Tight Medium"/>
                <a:ea typeface="Inter Tight Medium"/>
                <a:cs typeface="Inter Tight Medium"/>
                <a:sym typeface="Inter Tight Medium"/>
              </a:rPr>
              <a:t>A </a:t>
            </a:r>
            <a:r>
              <a:rPr b="1" lang="en" sz="1100"/>
              <a:t>fanout exchange routes a received message to all queues</a:t>
            </a:r>
            <a:r>
              <a:rPr lang="en" sz="1100">
                <a:latin typeface="Inter Tight Medium"/>
                <a:ea typeface="Inter Tight Medium"/>
                <a:cs typeface="Inter Tight Medium"/>
                <a:sym typeface="Inter Tight Medium"/>
              </a:rPr>
              <a:t> that are bound to it regardless of routing keys or pattern matching as with direct and topic exchanges. The keys provided will simply be ignored.</a:t>
            </a:r>
            <a:endParaRPr/>
          </a:p>
        </p:txBody>
      </p:sp>
      <p:sp>
        <p:nvSpPr>
          <p:cNvPr id="1348" name="Google Shape;1348;p163"/>
          <p:cNvSpPr txBox="1"/>
          <p:nvPr/>
        </p:nvSpPr>
        <p:spPr>
          <a:xfrm>
            <a:off x="388850" y="3367375"/>
            <a:ext cx="4355400" cy="912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accent1"/>
              </a:buClr>
              <a:buSzPts val="1100"/>
              <a:buFont typeface="Arial"/>
              <a:buNone/>
            </a:pPr>
            <a:r>
              <a:rPr b="1" lang="en" sz="1100" u="sng">
                <a:solidFill>
                  <a:schemeClr val="dk1"/>
                </a:solidFill>
                <a:latin typeface="Inter Tight"/>
                <a:ea typeface="Inter Tight"/>
                <a:cs typeface="Inter Tight"/>
                <a:sym typeface="Inter Tight"/>
              </a:rPr>
              <a:t>Scenario 1</a:t>
            </a:r>
            <a:endParaRPr sz="1200">
              <a:solidFill>
                <a:srgbClr val="6D6D6D"/>
              </a:solidFill>
              <a:highlight>
                <a:srgbClr val="FFFFFF"/>
              </a:highlight>
              <a:latin typeface="Roboto"/>
              <a:ea typeface="Roboto"/>
              <a:cs typeface="Roboto"/>
              <a:sym typeface="Roboto"/>
            </a:endParaRPr>
          </a:p>
          <a:p>
            <a:pPr indent="0" lvl="0" marL="0" rtl="0" algn="l">
              <a:lnSpc>
                <a:spcPct val="115000"/>
              </a:lnSpc>
              <a:spcBef>
                <a:spcPts val="0"/>
              </a:spcBef>
              <a:spcAft>
                <a:spcPts val="1200"/>
              </a:spcAft>
              <a:buNone/>
            </a:pPr>
            <a:r>
              <a:rPr lang="en" sz="1100">
                <a:solidFill>
                  <a:schemeClr val="dk1"/>
                </a:solidFill>
                <a:latin typeface="Inter Tight Medium"/>
                <a:ea typeface="Inter Tight Medium"/>
                <a:cs typeface="Inter Tight Medium"/>
                <a:sym typeface="Inter Tight Medium"/>
              </a:rPr>
              <a:t>The image to the right shows an example where a message received by the exchange is </a:t>
            </a:r>
            <a:r>
              <a:rPr b="1" lang="en" sz="1100">
                <a:solidFill>
                  <a:schemeClr val="dk1"/>
                </a:solidFill>
                <a:latin typeface="Inter Tight"/>
                <a:ea typeface="Inter Tight"/>
                <a:cs typeface="Inter Tight"/>
                <a:sym typeface="Inter Tight"/>
              </a:rPr>
              <a:t>routed to all three queues bound to the exchange</a:t>
            </a:r>
            <a:r>
              <a:rPr lang="en" sz="1100">
                <a:solidFill>
                  <a:schemeClr val="dk1"/>
                </a:solidFill>
                <a:latin typeface="Inter Tight Medium"/>
                <a:ea typeface="Inter Tight Medium"/>
                <a:cs typeface="Inter Tight Medium"/>
                <a:sym typeface="Inter Tight Medium"/>
              </a:rPr>
              <a:t>.</a:t>
            </a:r>
            <a:endParaRPr sz="1100">
              <a:solidFill>
                <a:schemeClr val="dk1"/>
              </a:solidFill>
              <a:latin typeface="Inter Tight Medium"/>
              <a:ea typeface="Inter Tight Medium"/>
              <a:cs typeface="Inter Tight Medium"/>
              <a:sym typeface="Inter Tight Medium"/>
            </a:endParaRPr>
          </a:p>
        </p:txBody>
      </p:sp>
      <p:sp>
        <p:nvSpPr>
          <p:cNvPr id="1349" name="Google Shape;1349;p163"/>
          <p:cNvSpPr txBox="1"/>
          <p:nvPr>
            <p:ph idx="5" type="body"/>
          </p:nvPr>
        </p:nvSpPr>
        <p:spPr>
          <a:xfrm>
            <a:off x="394557" y="2368800"/>
            <a:ext cx="4273500" cy="692700"/>
          </a:xfrm>
          <a:prstGeom prst="rect">
            <a:avLst/>
          </a:prstGeom>
        </p:spPr>
        <p:txBody>
          <a:bodyPr anchorCtr="0" anchor="t" bIns="91425" lIns="91425" spcFirstLastPara="1" rIns="91425" wrap="square" tIns="91425">
            <a:spAutoFit/>
          </a:bodyPr>
          <a:lstStyle/>
          <a:p>
            <a:pPr indent="0" lvl="0" marL="0" rtl="0" algn="just">
              <a:spcBef>
                <a:spcPts val="0"/>
              </a:spcBef>
              <a:spcAft>
                <a:spcPts val="1200"/>
              </a:spcAft>
              <a:buNone/>
            </a:pPr>
            <a:r>
              <a:rPr lang="en" sz="1100">
                <a:latin typeface="Inter Tight Medium"/>
                <a:ea typeface="Inter Tight Medium"/>
                <a:cs typeface="Inter Tight Medium"/>
                <a:sym typeface="Inter Tight Medium"/>
              </a:rPr>
              <a:t>Fanout exchanges can be useful when the same message needs to be sent to one or more queues with consumers who may process the same message in different ways.</a:t>
            </a:r>
            <a:endParaRPr/>
          </a:p>
        </p:txBody>
      </p:sp>
      <p:pic>
        <p:nvPicPr>
          <p:cNvPr id="1350" name="Google Shape;1350;p163"/>
          <p:cNvPicPr preferRelativeResize="0"/>
          <p:nvPr/>
        </p:nvPicPr>
        <p:blipFill>
          <a:blip r:embed="rId3">
            <a:alphaModFix/>
          </a:blip>
          <a:stretch>
            <a:fillRect/>
          </a:stretch>
        </p:blipFill>
        <p:spPr>
          <a:xfrm>
            <a:off x="4677000" y="498050"/>
            <a:ext cx="4331200" cy="43482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164"/>
          <p:cNvSpPr txBox="1"/>
          <p:nvPr>
            <p:ph idx="13" type="subTitle"/>
          </p:nvPr>
        </p:nvSpPr>
        <p:spPr>
          <a:xfrm>
            <a:off x="344975" y="205550"/>
            <a:ext cx="2855400" cy="29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What are the Exchange types?</a:t>
            </a:r>
            <a:endParaRPr/>
          </a:p>
        </p:txBody>
      </p:sp>
      <p:sp>
        <p:nvSpPr>
          <p:cNvPr id="1356" name="Google Shape;1356;p164"/>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57" name="Google Shape;1357;p164"/>
          <p:cNvSpPr txBox="1"/>
          <p:nvPr>
            <p:ph type="title"/>
          </p:nvPr>
        </p:nvSpPr>
        <p:spPr>
          <a:xfrm>
            <a:off x="333925" y="426150"/>
            <a:ext cx="8475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Exchange types</a:t>
            </a:r>
            <a:endParaRPr/>
          </a:p>
        </p:txBody>
      </p:sp>
      <p:sp>
        <p:nvSpPr>
          <p:cNvPr id="1358" name="Google Shape;1358;p164"/>
          <p:cNvSpPr txBox="1"/>
          <p:nvPr>
            <p:ph idx="1" type="subTitle"/>
          </p:nvPr>
        </p:nvSpPr>
        <p:spPr>
          <a:xfrm>
            <a:off x="381075" y="878124"/>
            <a:ext cx="2705400" cy="4155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sz="1500">
                <a:solidFill>
                  <a:srgbClr val="38761D"/>
                </a:solidFill>
                <a:latin typeface="Inter Tight"/>
                <a:ea typeface="Inter Tight"/>
                <a:cs typeface="Inter Tight"/>
                <a:sym typeface="Inter Tight"/>
              </a:rPr>
              <a:t>Headers</a:t>
            </a:r>
            <a:r>
              <a:rPr b="1" lang="en" sz="1500">
                <a:solidFill>
                  <a:srgbClr val="38761D"/>
                </a:solidFill>
                <a:latin typeface="Inter Tight"/>
                <a:ea typeface="Inter Tight"/>
                <a:cs typeface="Inter Tight"/>
                <a:sym typeface="Inter Tight"/>
              </a:rPr>
              <a:t> Exchange</a:t>
            </a:r>
            <a:endParaRPr b="1" sz="1500">
              <a:solidFill>
                <a:srgbClr val="38761D"/>
              </a:solidFill>
              <a:latin typeface="Inter Tight"/>
              <a:ea typeface="Inter Tight"/>
              <a:cs typeface="Inter Tight"/>
              <a:sym typeface="Inter Tight"/>
            </a:endParaRPr>
          </a:p>
        </p:txBody>
      </p:sp>
      <p:sp>
        <p:nvSpPr>
          <p:cNvPr id="1359" name="Google Shape;1359;p164"/>
          <p:cNvSpPr txBox="1"/>
          <p:nvPr>
            <p:ph idx="5" type="body"/>
          </p:nvPr>
        </p:nvSpPr>
        <p:spPr>
          <a:xfrm>
            <a:off x="381075" y="1140625"/>
            <a:ext cx="4273500" cy="800400"/>
          </a:xfrm>
          <a:prstGeom prst="rect">
            <a:avLst/>
          </a:prstGeom>
        </p:spPr>
        <p:txBody>
          <a:bodyPr anchorCtr="0" anchor="t" bIns="91425" lIns="91425" spcFirstLastPara="1" rIns="91425" wrap="square" tIns="91425">
            <a:spAutoFit/>
          </a:bodyPr>
          <a:lstStyle/>
          <a:p>
            <a:pPr indent="0" lvl="0" marL="0" rtl="0" algn="just">
              <a:spcBef>
                <a:spcPts val="0"/>
              </a:spcBef>
              <a:spcAft>
                <a:spcPts val="1200"/>
              </a:spcAft>
              <a:buNone/>
            </a:pPr>
            <a:r>
              <a:rPr lang="en">
                <a:latin typeface="Inter Tight Medium"/>
                <a:ea typeface="Inter Tight Medium"/>
                <a:cs typeface="Inter Tight Medium"/>
                <a:sym typeface="Inter Tight Medium"/>
              </a:rPr>
              <a:t>Headers Exchange routes messages </a:t>
            </a:r>
            <a:r>
              <a:rPr b="1" lang="en"/>
              <a:t>based on message header attributes rather than the routing key</a:t>
            </a:r>
            <a:r>
              <a:rPr lang="en">
                <a:latin typeface="Inter Tight Medium"/>
                <a:ea typeface="Inter Tight Medium"/>
                <a:cs typeface="Inter Tight Medium"/>
                <a:sym typeface="Inter Tight Medium"/>
              </a:rPr>
              <a:t>. It allows for more flexible routing, as messages can be routed to queues based on headers in the message, such as content type, region, priority, or other key-value pair.</a:t>
            </a:r>
            <a:endParaRPr>
              <a:latin typeface="Inter Tight Medium"/>
              <a:ea typeface="Inter Tight Medium"/>
              <a:cs typeface="Inter Tight Medium"/>
              <a:sym typeface="Inter Tight Medium"/>
            </a:endParaRPr>
          </a:p>
        </p:txBody>
      </p:sp>
      <p:sp>
        <p:nvSpPr>
          <p:cNvPr id="1360" name="Google Shape;1360;p164"/>
          <p:cNvSpPr txBox="1"/>
          <p:nvPr/>
        </p:nvSpPr>
        <p:spPr>
          <a:xfrm>
            <a:off x="388850" y="2605375"/>
            <a:ext cx="4355400" cy="338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000">
              <a:solidFill>
                <a:schemeClr val="dk1"/>
              </a:solidFill>
              <a:latin typeface="Inter Tight Medium"/>
              <a:ea typeface="Inter Tight Medium"/>
              <a:cs typeface="Inter Tight Medium"/>
              <a:sym typeface="Inter Tight Medium"/>
            </a:endParaRPr>
          </a:p>
        </p:txBody>
      </p:sp>
      <p:sp>
        <p:nvSpPr>
          <p:cNvPr id="1361" name="Google Shape;1361;p164"/>
          <p:cNvSpPr txBox="1"/>
          <p:nvPr>
            <p:ph idx="5" type="body"/>
          </p:nvPr>
        </p:nvSpPr>
        <p:spPr>
          <a:xfrm>
            <a:off x="386675" y="1861050"/>
            <a:ext cx="4497900" cy="800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200"/>
              </a:spcAft>
              <a:buNone/>
            </a:pPr>
            <a:r>
              <a:rPr lang="en">
                <a:latin typeface="Inter Tight Medium"/>
                <a:ea typeface="Inter Tight Medium"/>
                <a:cs typeface="Inter Tight Medium"/>
                <a:sym typeface="Inter Tight Medium"/>
              </a:rPr>
              <a:t>A special argument named "</a:t>
            </a:r>
            <a:r>
              <a:rPr b="1" lang="en"/>
              <a:t>x-match</a:t>
            </a:r>
            <a:r>
              <a:rPr lang="en">
                <a:latin typeface="Inter Tight Medium"/>
                <a:ea typeface="Inter Tight Medium"/>
                <a:cs typeface="Inter Tight Medium"/>
                <a:sym typeface="Inter Tight Medium"/>
              </a:rPr>
              <a:t>", added in the binding between </a:t>
            </a:r>
            <a:r>
              <a:rPr lang="en">
                <a:latin typeface="Inter Tight Medium"/>
                <a:ea typeface="Inter Tight Medium"/>
                <a:cs typeface="Inter Tight Medium"/>
                <a:sym typeface="Inter Tight Medium"/>
              </a:rPr>
              <a:t>e</a:t>
            </a:r>
            <a:r>
              <a:rPr lang="en">
                <a:latin typeface="Inter Tight Medium"/>
                <a:ea typeface="Inter Tight Medium"/>
                <a:cs typeface="Inter Tight Medium"/>
                <a:sym typeface="Inter Tight Medium"/>
              </a:rPr>
              <a:t>xchange and queue, specifies if all headers must match or just one. </a:t>
            </a:r>
            <a:br>
              <a:rPr lang="en">
                <a:latin typeface="Inter Tight Medium"/>
                <a:ea typeface="Inter Tight Medium"/>
                <a:cs typeface="Inter Tight Medium"/>
                <a:sym typeface="Inter Tight Medium"/>
              </a:rPr>
            </a:br>
            <a:r>
              <a:rPr lang="en">
                <a:latin typeface="Inter Tight Medium"/>
                <a:ea typeface="Inter Tight Medium"/>
                <a:cs typeface="Inter Tight Medium"/>
                <a:sym typeface="Inter Tight Medium"/>
              </a:rPr>
              <a:t>T</a:t>
            </a:r>
            <a:r>
              <a:rPr lang="en">
                <a:latin typeface="Inter Tight Medium"/>
                <a:ea typeface="Inter Tight Medium"/>
                <a:cs typeface="Inter Tight Medium"/>
                <a:sym typeface="Inter Tight Medium"/>
              </a:rPr>
              <a:t>he "x-match" property can have </a:t>
            </a:r>
            <a:r>
              <a:rPr b="1" lang="en" u="sng"/>
              <a:t>two different values</a:t>
            </a:r>
            <a:r>
              <a:rPr lang="en">
                <a:latin typeface="Inter Tight Medium"/>
                <a:ea typeface="Inter Tight Medium"/>
                <a:cs typeface="Inter Tight Medium"/>
                <a:sym typeface="Inter Tight Medium"/>
              </a:rPr>
              <a:t>: "</a:t>
            </a:r>
            <a:r>
              <a:rPr b="1" lang="en"/>
              <a:t>any</a:t>
            </a:r>
            <a:r>
              <a:rPr lang="en">
                <a:latin typeface="Inter Tight Medium"/>
                <a:ea typeface="Inter Tight Medium"/>
                <a:cs typeface="Inter Tight Medium"/>
                <a:sym typeface="Inter Tight Medium"/>
              </a:rPr>
              <a:t>" or "</a:t>
            </a:r>
            <a:r>
              <a:rPr b="1" lang="en"/>
              <a:t>all</a:t>
            </a:r>
            <a:r>
              <a:rPr lang="en">
                <a:latin typeface="Inter Tight Medium"/>
                <a:ea typeface="Inter Tight Medium"/>
                <a:cs typeface="Inter Tight Medium"/>
                <a:sym typeface="Inter Tight Medium"/>
              </a:rPr>
              <a:t>", where "all" is the default value. </a:t>
            </a:r>
            <a:endParaRPr>
              <a:latin typeface="Inter Tight Medium"/>
              <a:ea typeface="Inter Tight Medium"/>
              <a:cs typeface="Inter Tight Medium"/>
              <a:sym typeface="Inter Tight Medium"/>
            </a:endParaRPr>
          </a:p>
        </p:txBody>
      </p:sp>
      <p:sp>
        <p:nvSpPr>
          <p:cNvPr id="1362" name="Google Shape;1362;p164"/>
          <p:cNvSpPr txBox="1"/>
          <p:nvPr>
            <p:ph idx="5" type="body"/>
          </p:nvPr>
        </p:nvSpPr>
        <p:spPr>
          <a:xfrm>
            <a:off x="429250" y="2580600"/>
            <a:ext cx="4497900" cy="674400"/>
          </a:xfrm>
          <a:prstGeom prst="rect">
            <a:avLst/>
          </a:prstGeom>
        </p:spPr>
        <p:txBody>
          <a:bodyPr anchorCtr="0" anchor="t" bIns="91425" lIns="91425" spcFirstLastPara="1" rIns="91425" wrap="square" tIns="91425">
            <a:spAutoFit/>
          </a:bodyPr>
          <a:lstStyle/>
          <a:p>
            <a:pPr indent="0" lvl="0" marL="0" rtl="0" algn="l">
              <a:lnSpc>
                <a:spcPct val="120000"/>
              </a:lnSpc>
              <a:spcBef>
                <a:spcPts val="1200"/>
              </a:spcBef>
              <a:spcAft>
                <a:spcPts val="0"/>
              </a:spcAft>
              <a:buNone/>
            </a:pPr>
            <a:r>
              <a:rPr b="1" lang="en" sz="900" u="sng"/>
              <a:t>Scenario 1</a:t>
            </a:r>
            <a:endParaRPr b="1" sz="900" u="sng"/>
          </a:p>
          <a:p>
            <a:pPr indent="0" lvl="0" marL="0" rtl="0" algn="l">
              <a:lnSpc>
                <a:spcPct val="115000"/>
              </a:lnSpc>
              <a:spcBef>
                <a:spcPts val="200"/>
              </a:spcBef>
              <a:spcAft>
                <a:spcPts val="1200"/>
              </a:spcAft>
              <a:buNone/>
            </a:pPr>
            <a:r>
              <a:rPr lang="en" sz="900">
                <a:latin typeface="Inter Tight Medium"/>
                <a:ea typeface="Inter Tight Medium"/>
                <a:cs typeface="Inter Tight Medium"/>
                <a:sym typeface="Inter Tight Medium"/>
              </a:rPr>
              <a:t>Message 1 is delivered to </a:t>
            </a:r>
            <a:r>
              <a:rPr b="1" lang="en" sz="900" u="sng"/>
              <a:t>Queue A</a:t>
            </a:r>
            <a:r>
              <a:rPr lang="en" sz="900">
                <a:latin typeface="Inter Tight Medium"/>
                <a:ea typeface="Inter Tight Medium"/>
                <a:cs typeface="Inter Tight Medium"/>
                <a:sym typeface="Inter Tight Medium"/>
              </a:rPr>
              <a:t> because all key/value pairs match, and </a:t>
            </a:r>
            <a:r>
              <a:rPr b="1" lang="en" sz="900" u="sng"/>
              <a:t>Queue B </a:t>
            </a:r>
            <a:r>
              <a:rPr lang="en" sz="900">
                <a:latin typeface="Inter Tight Medium"/>
                <a:ea typeface="Inter Tight Medium"/>
                <a:cs typeface="Inter Tight Medium"/>
                <a:sym typeface="Inter Tight Medium"/>
              </a:rPr>
              <a:t>since "format = pdf" is a match (binding rule set to "x-match =any").</a:t>
            </a:r>
            <a:endParaRPr sz="900">
              <a:latin typeface="Inter Tight Medium"/>
              <a:ea typeface="Inter Tight Medium"/>
              <a:cs typeface="Inter Tight Medium"/>
              <a:sym typeface="Inter Tight Medium"/>
            </a:endParaRPr>
          </a:p>
        </p:txBody>
      </p:sp>
      <p:sp>
        <p:nvSpPr>
          <p:cNvPr id="1363" name="Google Shape;1363;p164"/>
          <p:cNvSpPr txBox="1"/>
          <p:nvPr>
            <p:ph idx="5" type="body"/>
          </p:nvPr>
        </p:nvSpPr>
        <p:spPr>
          <a:xfrm>
            <a:off x="429250" y="3917700"/>
            <a:ext cx="4497900" cy="1152300"/>
          </a:xfrm>
          <a:prstGeom prst="rect">
            <a:avLst/>
          </a:prstGeom>
        </p:spPr>
        <p:txBody>
          <a:bodyPr anchorCtr="0" anchor="t" bIns="91425" lIns="91425" spcFirstLastPara="1" rIns="91425" wrap="square" tIns="91425">
            <a:spAutoFit/>
          </a:bodyPr>
          <a:lstStyle/>
          <a:p>
            <a:pPr indent="0" lvl="0" marL="0" rtl="0" algn="l">
              <a:lnSpc>
                <a:spcPct val="120000"/>
              </a:lnSpc>
              <a:spcBef>
                <a:spcPts val="1200"/>
              </a:spcBef>
              <a:spcAft>
                <a:spcPts val="0"/>
              </a:spcAft>
              <a:buNone/>
            </a:pPr>
            <a:r>
              <a:rPr b="1" lang="en" sz="900" u="sng"/>
              <a:t>Scenario 3</a:t>
            </a:r>
            <a:endParaRPr b="1" sz="900" u="sng"/>
          </a:p>
          <a:p>
            <a:pPr indent="0" lvl="0" marL="0" rtl="0" algn="l">
              <a:lnSpc>
                <a:spcPct val="115000"/>
              </a:lnSpc>
              <a:spcBef>
                <a:spcPts val="200"/>
              </a:spcBef>
              <a:spcAft>
                <a:spcPts val="1200"/>
              </a:spcAft>
              <a:buNone/>
            </a:pPr>
            <a:r>
              <a:rPr lang="en" sz="900">
                <a:latin typeface="Inter Tight Medium"/>
                <a:ea typeface="Inter Tight Medium"/>
                <a:cs typeface="Inter Tight Medium"/>
                <a:sym typeface="Inter Tight Medium"/>
              </a:rPr>
              <a:t>Message 3 is delivered to </a:t>
            </a:r>
            <a:r>
              <a:rPr b="1" lang="en" sz="900" u="sng"/>
              <a:t>Queue B</a:t>
            </a:r>
            <a:r>
              <a:rPr lang="en" sz="900">
                <a:latin typeface="Inter Tight Medium"/>
                <a:ea typeface="Inter Tight Medium"/>
                <a:cs typeface="Inter Tight Medium"/>
                <a:sym typeface="Inter Tight Medium"/>
              </a:rPr>
              <a:t> since its binding indicates that it accepts messages with the key-value pair "type = log", it doesn't mind that "format = zip" since "x-match = any". Queue C doesn't receive any of the messages since its binding is configured to match all of the headers ("x-match = all") with "format = zip", "type = pdf". </a:t>
            </a:r>
            <a:endParaRPr sz="900">
              <a:latin typeface="Inter Tight Medium"/>
              <a:ea typeface="Inter Tight Medium"/>
              <a:cs typeface="Inter Tight Medium"/>
              <a:sym typeface="Inter Tight Medium"/>
            </a:endParaRPr>
          </a:p>
        </p:txBody>
      </p:sp>
      <p:pic>
        <p:nvPicPr>
          <p:cNvPr id="1364" name="Google Shape;1364;p164"/>
          <p:cNvPicPr preferRelativeResize="0"/>
          <p:nvPr/>
        </p:nvPicPr>
        <p:blipFill>
          <a:blip r:embed="rId3">
            <a:alphaModFix/>
          </a:blip>
          <a:stretch>
            <a:fillRect/>
          </a:stretch>
        </p:blipFill>
        <p:spPr>
          <a:xfrm>
            <a:off x="5036975" y="516675"/>
            <a:ext cx="3915201" cy="4564300"/>
          </a:xfrm>
          <a:prstGeom prst="rect">
            <a:avLst/>
          </a:prstGeom>
          <a:noFill/>
          <a:ln>
            <a:noFill/>
          </a:ln>
        </p:spPr>
      </p:pic>
      <p:sp>
        <p:nvSpPr>
          <p:cNvPr id="1365" name="Google Shape;1365;p164"/>
          <p:cNvSpPr txBox="1"/>
          <p:nvPr>
            <p:ph idx="5" type="body"/>
          </p:nvPr>
        </p:nvSpPr>
        <p:spPr>
          <a:xfrm>
            <a:off x="429250" y="3190200"/>
            <a:ext cx="4497900" cy="879900"/>
          </a:xfrm>
          <a:prstGeom prst="rect">
            <a:avLst/>
          </a:prstGeom>
        </p:spPr>
        <p:txBody>
          <a:bodyPr anchorCtr="0" anchor="t" bIns="91425" lIns="91425" spcFirstLastPara="1" rIns="91425" wrap="square" tIns="91425">
            <a:spAutoFit/>
          </a:bodyPr>
          <a:lstStyle/>
          <a:p>
            <a:pPr indent="0" lvl="0" marL="0" rtl="0" algn="l">
              <a:lnSpc>
                <a:spcPct val="120000"/>
              </a:lnSpc>
              <a:spcBef>
                <a:spcPts val="1200"/>
              </a:spcBef>
              <a:spcAft>
                <a:spcPts val="0"/>
              </a:spcAft>
              <a:buNone/>
            </a:pPr>
            <a:r>
              <a:rPr b="1" lang="en" sz="900" u="sng"/>
              <a:t>Scenario 2</a:t>
            </a:r>
            <a:endParaRPr b="1" sz="900" u="sng"/>
          </a:p>
          <a:p>
            <a:pPr indent="0" lvl="0" marL="0" rtl="0" algn="l">
              <a:lnSpc>
                <a:spcPct val="115000"/>
              </a:lnSpc>
              <a:spcBef>
                <a:spcPts val="200"/>
              </a:spcBef>
              <a:spcAft>
                <a:spcPts val="1200"/>
              </a:spcAft>
              <a:buNone/>
            </a:pPr>
            <a:r>
              <a:rPr lang="en" sz="900">
                <a:latin typeface="Inter Tight Medium"/>
                <a:ea typeface="Inter Tight Medium"/>
                <a:cs typeface="Inter Tight Medium"/>
                <a:sym typeface="Inter Tight Medium"/>
              </a:rPr>
              <a:t>Message 2 is only delivered to </a:t>
            </a:r>
            <a:r>
              <a:rPr b="1" lang="en" sz="900" u="sng"/>
              <a:t>Queue B</a:t>
            </a:r>
            <a:r>
              <a:rPr lang="en" sz="900">
                <a:latin typeface="Inter Tight Medium"/>
                <a:ea typeface="Inter Tight Medium"/>
                <a:cs typeface="Inter Tight Medium"/>
                <a:sym typeface="Inter Tight Medium"/>
              </a:rPr>
              <a:t>. Because the binding of Queue A requires both "format = pdf" and "type = report" while Queue B is configured to match any</a:t>
            </a:r>
            <a:br>
              <a:rPr lang="en" sz="900">
                <a:latin typeface="Inter Tight Medium"/>
                <a:ea typeface="Inter Tight Medium"/>
                <a:cs typeface="Inter Tight Medium"/>
                <a:sym typeface="Inter Tight Medium"/>
              </a:rPr>
            </a:br>
            <a:r>
              <a:rPr lang="en" sz="900">
                <a:latin typeface="Inter Tight Medium"/>
                <a:ea typeface="Inter Tight Medium"/>
                <a:cs typeface="Inter Tight Medium"/>
                <a:sym typeface="Inter Tight Medium"/>
              </a:rPr>
              <a:t>key-value pair (x-match = any)</a:t>
            </a:r>
            <a:r>
              <a:rPr lang="en" sz="1200">
                <a:solidFill>
                  <a:srgbClr val="6D6D6D"/>
                </a:solidFill>
                <a:highlight>
                  <a:srgbClr val="FFFFFF"/>
                </a:highlight>
                <a:latin typeface="Roboto"/>
                <a:ea typeface="Roboto"/>
                <a:cs typeface="Roboto"/>
                <a:sym typeface="Roboto"/>
              </a:rPr>
              <a:t>.</a:t>
            </a:r>
            <a:endParaRPr sz="900">
              <a:latin typeface="Inter Tight Medium"/>
              <a:ea typeface="Inter Tight Medium"/>
              <a:cs typeface="Inter Tight Medium"/>
              <a:sym typeface="Inter Tight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165"/>
          <p:cNvSpPr txBox="1"/>
          <p:nvPr>
            <p:ph idx="1" type="subTitle"/>
          </p:nvPr>
        </p:nvSpPr>
        <p:spPr>
          <a:xfrm>
            <a:off x="234000" y="205550"/>
            <a:ext cx="8746200" cy="2925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2800">
                <a:solidFill>
                  <a:schemeClr val="dk2"/>
                </a:solidFill>
              </a:rPr>
              <a:t>Dead-Letter queue</a:t>
            </a:r>
            <a:endParaRPr sz="2800">
              <a:solidFill>
                <a:schemeClr val="dk2"/>
              </a:solidFill>
            </a:endParaRPr>
          </a:p>
        </p:txBody>
      </p:sp>
      <p:pic>
        <p:nvPicPr>
          <p:cNvPr id="1371" name="Google Shape;1371;p165"/>
          <p:cNvPicPr preferRelativeResize="0"/>
          <p:nvPr/>
        </p:nvPicPr>
        <p:blipFill>
          <a:blip r:embed="rId3">
            <a:alphaModFix/>
          </a:blip>
          <a:stretch>
            <a:fillRect/>
          </a:stretch>
        </p:blipFill>
        <p:spPr>
          <a:xfrm>
            <a:off x="152400" y="650450"/>
            <a:ext cx="5582500" cy="2526849"/>
          </a:xfrm>
          <a:prstGeom prst="rect">
            <a:avLst/>
          </a:prstGeom>
          <a:noFill/>
          <a:ln>
            <a:noFill/>
          </a:ln>
        </p:spPr>
      </p:pic>
      <p:sp>
        <p:nvSpPr>
          <p:cNvPr id="1372" name="Google Shape;1372;p165"/>
          <p:cNvSpPr txBox="1"/>
          <p:nvPr/>
        </p:nvSpPr>
        <p:spPr>
          <a:xfrm>
            <a:off x="5950900" y="530800"/>
            <a:ext cx="2803500" cy="37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solidFill>
                <a:schemeClr val="dk1"/>
              </a:solidFill>
              <a:latin typeface="Inter Tight"/>
              <a:ea typeface="Inter Tight"/>
              <a:cs typeface="Inter Tight"/>
              <a:sym typeface="Inter Tight"/>
            </a:endParaRPr>
          </a:p>
        </p:txBody>
      </p:sp>
      <p:sp>
        <p:nvSpPr>
          <p:cNvPr id="1373" name="Google Shape;1373;p165"/>
          <p:cNvSpPr txBox="1"/>
          <p:nvPr/>
        </p:nvSpPr>
        <p:spPr>
          <a:xfrm>
            <a:off x="6048100" y="650450"/>
            <a:ext cx="2803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dk1"/>
              </a:solidFill>
              <a:latin typeface="Inter Tight"/>
              <a:ea typeface="Inter Tight"/>
              <a:cs typeface="Inter Tight"/>
              <a:sym typeface="Inter Tight"/>
            </a:endParaRPr>
          </a:p>
        </p:txBody>
      </p:sp>
      <p:sp>
        <p:nvSpPr>
          <p:cNvPr id="1374" name="Google Shape;1374;p165"/>
          <p:cNvSpPr txBox="1"/>
          <p:nvPr/>
        </p:nvSpPr>
        <p:spPr>
          <a:xfrm>
            <a:off x="5920300" y="498050"/>
            <a:ext cx="3059100" cy="349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accent1"/>
              </a:buClr>
              <a:buSzPts val="1100"/>
              <a:buFont typeface="Arial"/>
              <a:buNone/>
            </a:pPr>
            <a:r>
              <a:rPr lang="en" sz="1000">
                <a:solidFill>
                  <a:schemeClr val="dk1"/>
                </a:solidFill>
              </a:rPr>
              <a:t>A </a:t>
            </a:r>
            <a:r>
              <a:rPr b="1" lang="en" sz="1000">
                <a:solidFill>
                  <a:schemeClr val="dk1"/>
                </a:solidFill>
              </a:rPr>
              <a:t>Dead Letter Queue (DLQ)</a:t>
            </a:r>
            <a:r>
              <a:rPr lang="en" sz="1000">
                <a:solidFill>
                  <a:schemeClr val="dk1"/>
                </a:solidFill>
              </a:rPr>
              <a:t> is a backup queue that stores </a:t>
            </a:r>
            <a:r>
              <a:rPr b="1" lang="en" sz="1000">
                <a:solidFill>
                  <a:schemeClr val="dk1"/>
                </a:solidFill>
              </a:rPr>
              <a:t>unprocessed or failed messages</a:t>
            </a:r>
            <a:r>
              <a:rPr lang="en" sz="1000">
                <a:solidFill>
                  <a:schemeClr val="dk1"/>
                </a:solidFill>
              </a:rPr>
              <a:t> for debugging, monitoring, and reprocessing.</a:t>
            </a:r>
            <a:endParaRPr sz="900">
              <a:solidFill>
                <a:schemeClr val="dk1"/>
              </a:solidFill>
            </a:endParaRPr>
          </a:p>
          <a:p>
            <a:pPr indent="0" lvl="0" marL="0" rtl="0" algn="l">
              <a:lnSpc>
                <a:spcPct val="115000"/>
              </a:lnSpc>
              <a:spcBef>
                <a:spcPts val="1400"/>
              </a:spcBef>
              <a:spcAft>
                <a:spcPts val="0"/>
              </a:spcAft>
              <a:buClr>
                <a:schemeClr val="accent1"/>
              </a:buClr>
              <a:buSzPts val="1100"/>
              <a:buFont typeface="Arial"/>
              <a:buNone/>
            </a:pPr>
            <a:r>
              <a:rPr b="1" lang="en" sz="1000">
                <a:solidFill>
                  <a:schemeClr val="dk1"/>
                </a:solidFill>
              </a:rPr>
              <a:t>Why Do Messages Go to DLQ?</a:t>
            </a:r>
            <a:endParaRPr b="1" sz="1000">
              <a:solidFill>
                <a:schemeClr val="dk1"/>
              </a:solidFill>
            </a:endParaRPr>
          </a:p>
          <a:p>
            <a:pPr indent="-292100" lvl="0" marL="457200" rtl="0" algn="l">
              <a:lnSpc>
                <a:spcPct val="115000"/>
              </a:lnSpc>
              <a:spcBef>
                <a:spcPts val="1200"/>
              </a:spcBef>
              <a:spcAft>
                <a:spcPts val="0"/>
              </a:spcAft>
              <a:buClr>
                <a:schemeClr val="dk1"/>
              </a:buClr>
              <a:buSzPts val="1000"/>
              <a:buAutoNum type="arabicPeriod"/>
            </a:pPr>
            <a:r>
              <a:rPr b="1" lang="en" sz="1000">
                <a:solidFill>
                  <a:schemeClr val="dk1"/>
                </a:solidFill>
              </a:rPr>
              <a:t>Message Expiration</a:t>
            </a:r>
            <a:r>
              <a:rPr lang="en" sz="1000">
                <a:solidFill>
                  <a:schemeClr val="dk1"/>
                </a:solidFill>
              </a:rPr>
              <a:t> – TTL (Time-To-Live) exceeded.</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b="1" lang="en" sz="1000">
                <a:solidFill>
                  <a:schemeClr val="dk1"/>
                </a:solidFill>
              </a:rPr>
              <a:t>Queue Overflow</a:t>
            </a:r>
            <a:r>
              <a:rPr lang="en" sz="1000">
                <a:solidFill>
                  <a:schemeClr val="dk1"/>
                </a:solidFill>
              </a:rPr>
              <a:t> – The main queue is full.</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b="1" lang="en" sz="1000">
                <a:solidFill>
                  <a:schemeClr val="dk1"/>
                </a:solidFill>
              </a:rPr>
              <a:t>Message Rejected</a:t>
            </a:r>
            <a:r>
              <a:rPr lang="en" sz="1000">
                <a:solidFill>
                  <a:schemeClr val="dk1"/>
                </a:solidFill>
              </a:rPr>
              <a:t> – Consumer rejects the message without requeueing.</a:t>
            </a:r>
            <a:endParaRPr sz="1000">
              <a:solidFill>
                <a:schemeClr val="dk1"/>
              </a:solidFill>
            </a:endParaRPr>
          </a:p>
          <a:p>
            <a:pPr indent="0" lvl="0" marL="0" rtl="0" algn="l">
              <a:lnSpc>
                <a:spcPct val="115000"/>
              </a:lnSpc>
              <a:spcBef>
                <a:spcPts val="1400"/>
              </a:spcBef>
              <a:spcAft>
                <a:spcPts val="0"/>
              </a:spcAft>
              <a:buClr>
                <a:schemeClr val="accent1"/>
              </a:buClr>
              <a:buSzPts val="1100"/>
              <a:buFont typeface="Arial"/>
              <a:buNone/>
            </a:pPr>
            <a:r>
              <a:rPr b="1" lang="en" sz="1000">
                <a:solidFill>
                  <a:schemeClr val="dk1"/>
                </a:solidFill>
              </a:rPr>
              <a:t>How DLQ Works?</a:t>
            </a:r>
            <a:endParaRPr b="1" sz="1000">
              <a:solidFill>
                <a:schemeClr val="dk1"/>
              </a:solidFill>
            </a:endParaRPr>
          </a:p>
          <a:p>
            <a:pPr indent="0" lvl="0" marL="0" rtl="0" algn="l">
              <a:lnSpc>
                <a:spcPct val="115000"/>
              </a:lnSpc>
              <a:spcBef>
                <a:spcPts val="1200"/>
              </a:spcBef>
              <a:spcAft>
                <a:spcPts val="0"/>
              </a:spcAft>
              <a:buNone/>
            </a:pPr>
            <a:r>
              <a:rPr lang="en" sz="1000">
                <a:solidFill>
                  <a:schemeClr val="dk1"/>
                </a:solidFill>
              </a:rPr>
              <a:t>A </a:t>
            </a:r>
            <a:r>
              <a:rPr b="1" lang="en" sz="1000">
                <a:solidFill>
                  <a:schemeClr val="dk1"/>
                </a:solidFill>
              </a:rPr>
              <a:t>main queue</a:t>
            </a:r>
            <a:r>
              <a:rPr lang="en" sz="1000">
                <a:solidFill>
                  <a:schemeClr val="dk1"/>
                </a:solidFill>
              </a:rPr>
              <a:t> is configured with a </a:t>
            </a:r>
            <a:r>
              <a:rPr b="1" lang="en" sz="1000">
                <a:solidFill>
                  <a:schemeClr val="dk1"/>
                </a:solidFill>
              </a:rPr>
              <a:t>Dead Letter Exchange (DLX)</a:t>
            </a:r>
            <a:r>
              <a:rPr lang="en" sz="1000">
                <a:solidFill>
                  <a:schemeClr val="dk1"/>
                </a:solidFill>
              </a:rPr>
              <a:t>.</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If a message </a:t>
            </a:r>
            <a:r>
              <a:rPr b="1" lang="en" sz="1000">
                <a:solidFill>
                  <a:schemeClr val="dk1"/>
                </a:solidFill>
              </a:rPr>
              <a:t>fails</a:t>
            </a:r>
            <a:r>
              <a:rPr lang="en" sz="1000">
                <a:solidFill>
                  <a:schemeClr val="dk1"/>
                </a:solidFill>
              </a:rPr>
              <a:t>, it is redirected to the </a:t>
            </a:r>
            <a:r>
              <a:rPr b="1" lang="en" sz="1000">
                <a:solidFill>
                  <a:schemeClr val="dk1"/>
                </a:solidFill>
              </a:rPr>
              <a:t>DLQ</a:t>
            </a:r>
            <a:r>
              <a:rPr lang="en" sz="1000">
                <a:solidFill>
                  <a:schemeClr val="dk1"/>
                </a:solidFill>
              </a:rPr>
              <a:t> for debugging or reprocessing.</a:t>
            </a:r>
            <a:endParaRPr sz="1000">
              <a:solidFill>
                <a:schemeClr val="dk1"/>
              </a:solidFill>
            </a:endParaRPr>
          </a:p>
          <a:p>
            <a:pPr indent="0" lvl="0" marL="0" rtl="0" algn="l">
              <a:spcBef>
                <a:spcPts val="1200"/>
              </a:spcBef>
              <a:spcAft>
                <a:spcPts val="0"/>
              </a:spcAft>
              <a:buNone/>
            </a:pPr>
            <a:r>
              <a:t/>
            </a:r>
            <a:endParaRPr sz="1700">
              <a:solidFill>
                <a:schemeClr val="dk1"/>
              </a:solidFill>
              <a:latin typeface="Inter Tight"/>
              <a:ea typeface="Inter Tight"/>
              <a:cs typeface="Inter Tight"/>
              <a:sym typeface="Inter T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166"/>
          <p:cNvSpPr txBox="1"/>
          <p:nvPr>
            <p:ph type="title"/>
          </p:nvPr>
        </p:nvSpPr>
        <p:spPr>
          <a:xfrm>
            <a:off x="222050" y="433000"/>
            <a:ext cx="8520600" cy="1225800"/>
          </a:xfrm>
          <a:prstGeom prst="rect">
            <a:avLst/>
          </a:prstGeom>
        </p:spPr>
        <p:txBody>
          <a:bodyPr anchorCtr="0" anchor="ctr" bIns="91425" lIns="91425" spcFirstLastPara="1" rIns="91425" wrap="square" tIns="91425">
            <a:noAutofit/>
          </a:bodyPr>
          <a:lstStyle/>
          <a:p>
            <a:pPr indent="0" lvl="0" marL="0" rtl="0" algn="l">
              <a:lnSpc>
                <a:spcPct val="100000"/>
              </a:lnSpc>
              <a:spcBef>
                <a:spcPts val="1400"/>
              </a:spcBef>
              <a:spcAft>
                <a:spcPts val="0"/>
              </a:spcAft>
              <a:buNone/>
            </a:pPr>
            <a:r>
              <a:rPr b="1" lang="en" sz="1200">
                <a:solidFill>
                  <a:srgbClr val="188038"/>
                </a:solidFill>
                <a:latin typeface="Arial"/>
                <a:ea typeface="Arial"/>
                <a:cs typeface="Arial"/>
                <a:sym typeface="Arial"/>
              </a:rPr>
              <a:t>1. Queue and Exchange Design</a:t>
            </a:r>
            <a:endParaRPr b="1" sz="1200">
              <a:solidFill>
                <a:srgbClr val="188038"/>
              </a:solidFill>
              <a:latin typeface="Arial"/>
              <a:ea typeface="Arial"/>
              <a:cs typeface="Arial"/>
              <a:sym typeface="Arial"/>
            </a:endParaRPr>
          </a:p>
          <a:p>
            <a:pPr indent="-292100" lvl="0" marL="457200" rtl="0" algn="l">
              <a:lnSpc>
                <a:spcPct val="100000"/>
              </a:lnSpc>
              <a:spcBef>
                <a:spcPts val="1200"/>
              </a:spcBef>
              <a:spcAft>
                <a:spcPts val="0"/>
              </a:spcAft>
              <a:buClr>
                <a:srgbClr val="188038"/>
              </a:buClr>
              <a:buSzPts val="1000"/>
              <a:buFont typeface="Arial"/>
              <a:buChar char="●"/>
            </a:pPr>
            <a:r>
              <a:rPr b="1" lang="en" sz="1000">
                <a:solidFill>
                  <a:srgbClr val="188038"/>
                </a:solidFill>
                <a:latin typeface="Arial"/>
                <a:ea typeface="Arial"/>
                <a:cs typeface="Arial"/>
                <a:sym typeface="Arial"/>
              </a:rPr>
              <a:t>Use Exchanges Efficiently:</a:t>
            </a:r>
            <a:r>
              <a:rPr lang="en" sz="1000">
                <a:solidFill>
                  <a:srgbClr val="188038"/>
                </a:solidFill>
                <a:latin typeface="Arial"/>
                <a:ea typeface="Arial"/>
                <a:cs typeface="Arial"/>
                <a:sym typeface="Arial"/>
              </a:rPr>
              <a:t> Choose the correct exchange type (direct, topic, fanout, or headers) based on your routing needs.</a:t>
            </a:r>
            <a:endParaRPr sz="1000">
              <a:solidFill>
                <a:srgbClr val="188038"/>
              </a:solidFill>
              <a:latin typeface="Arial"/>
              <a:ea typeface="Arial"/>
              <a:cs typeface="Arial"/>
              <a:sym typeface="Arial"/>
            </a:endParaRPr>
          </a:p>
          <a:p>
            <a:pPr indent="-292100" lvl="0" marL="457200" rtl="0" algn="l">
              <a:lnSpc>
                <a:spcPct val="115000"/>
              </a:lnSpc>
              <a:spcBef>
                <a:spcPts val="0"/>
              </a:spcBef>
              <a:spcAft>
                <a:spcPts val="0"/>
              </a:spcAft>
              <a:buClr>
                <a:srgbClr val="188038"/>
              </a:buClr>
              <a:buSzPts val="1000"/>
              <a:buFont typeface="Arial"/>
              <a:buChar char="●"/>
            </a:pPr>
            <a:r>
              <a:rPr b="1" lang="en" sz="1000">
                <a:solidFill>
                  <a:srgbClr val="188038"/>
                </a:solidFill>
                <a:latin typeface="Arial"/>
                <a:ea typeface="Arial"/>
                <a:cs typeface="Arial"/>
                <a:sym typeface="Arial"/>
              </a:rPr>
              <a:t>Avoid Overloading Queues:</a:t>
            </a:r>
            <a:r>
              <a:rPr lang="en" sz="1000">
                <a:solidFill>
                  <a:srgbClr val="188038"/>
                </a:solidFill>
                <a:latin typeface="Arial"/>
                <a:ea typeface="Arial"/>
                <a:cs typeface="Arial"/>
                <a:sym typeface="Arial"/>
              </a:rPr>
              <a:t> Don't let queues grow indefinitely; use message TTL (Time-to-Live) and Dead Letter Exchanges to handle expired or undelivered messages.</a:t>
            </a:r>
            <a:endParaRPr sz="1000">
              <a:solidFill>
                <a:srgbClr val="188038"/>
              </a:solidFill>
              <a:latin typeface="Arial"/>
              <a:ea typeface="Arial"/>
              <a:cs typeface="Arial"/>
              <a:sym typeface="Arial"/>
            </a:endParaRPr>
          </a:p>
          <a:p>
            <a:pPr indent="-292100" lvl="0" marL="457200" rtl="0" algn="l">
              <a:lnSpc>
                <a:spcPct val="115000"/>
              </a:lnSpc>
              <a:spcBef>
                <a:spcPts val="0"/>
              </a:spcBef>
              <a:spcAft>
                <a:spcPts val="0"/>
              </a:spcAft>
              <a:buClr>
                <a:srgbClr val="188038"/>
              </a:buClr>
              <a:buSzPts val="1000"/>
              <a:buFont typeface="Arial"/>
              <a:buChar char="●"/>
            </a:pPr>
            <a:r>
              <a:rPr b="1" lang="en" sz="1000">
                <a:solidFill>
                  <a:srgbClr val="188038"/>
                </a:solidFill>
                <a:latin typeface="Arial"/>
                <a:ea typeface="Arial"/>
                <a:cs typeface="Arial"/>
                <a:sym typeface="Arial"/>
              </a:rPr>
              <a:t>Limit Queue Length:</a:t>
            </a:r>
            <a:r>
              <a:rPr lang="en" sz="1000">
                <a:solidFill>
                  <a:srgbClr val="188038"/>
                </a:solidFill>
                <a:latin typeface="Arial"/>
                <a:ea typeface="Arial"/>
                <a:cs typeface="Arial"/>
                <a:sym typeface="Arial"/>
              </a:rPr>
              <a:t> Set a </a:t>
            </a:r>
            <a:r>
              <a:rPr lang="en" sz="1000">
                <a:solidFill>
                  <a:srgbClr val="188038"/>
                </a:solidFill>
                <a:latin typeface="Roboto Mono"/>
                <a:ea typeface="Roboto Mono"/>
                <a:cs typeface="Roboto Mono"/>
                <a:sym typeface="Roboto Mono"/>
              </a:rPr>
              <a:t>max-length</a:t>
            </a:r>
            <a:r>
              <a:rPr lang="en" sz="1000">
                <a:solidFill>
                  <a:srgbClr val="188038"/>
                </a:solidFill>
                <a:latin typeface="Arial"/>
                <a:ea typeface="Arial"/>
                <a:cs typeface="Arial"/>
                <a:sym typeface="Arial"/>
              </a:rPr>
              <a:t> or </a:t>
            </a:r>
            <a:r>
              <a:rPr lang="en" sz="1000">
                <a:solidFill>
                  <a:srgbClr val="188038"/>
                </a:solidFill>
                <a:latin typeface="Roboto Mono"/>
                <a:ea typeface="Roboto Mono"/>
                <a:cs typeface="Roboto Mono"/>
                <a:sym typeface="Roboto Mono"/>
              </a:rPr>
              <a:t>max-length-bytes</a:t>
            </a:r>
            <a:r>
              <a:rPr lang="en" sz="1000">
                <a:solidFill>
                  <a:srgbClr val="188038"/>
                </a:solidFill>
                <a:latin typeface="Arial"/>
                <a:ea typeface="Arial"/>
                <a:cs typeface="Arial"/>
                <a:sym typeface="Arial"/>
              </a:rPr>
              <a:t> policy to prevent memory overload.</a:t>
            </a:r>
            <a:endParaRPr sz="1000">
              <a:solidFill>
                <a:srgbClr val="188038"/>
              </a:solidFill>
              <a:latin typeface="Arial"/>
              <a:ea typeface="Arial"/>
              <a:cs typeface="Arial"/>
              <a:sym typeface="Arial"/>
            </a:endParaRPr>
          </a:p>
          <a:p>
            <a:pPr indent="-292100" lvl="0" marL="457200" rtl="0" algn="l">
              <a:lnSpc>
                <a:spcPct val="115000"/>
              </a:lnSpc>
              <a:spcBef>
                <a:spcPts val="0"/>
              </a:spcBef>
              <a:spcAft>
                <a:spcPts val="0"/>
              </a:spcAft>
              <a:buClr>
                <a:srgbClr val="188038"/>
              </a:buClr>
              <a:buSzPts val="1000"/>
              <a:buFont typeface="Arial"/>
              <a:buChar char="●"/>
            </a:pPr>
            <a:r>
              <a:rPr b="1" lang="en" sz="1000">
                <a:solidFill>
                  <a:srgbClr val="188038"/>
                </a:solidFill>
                <a:latin typeface="Arial"/>
                <a:ea typeface="Arial"/>
                <a:cs typeface="Arial"/>
                <a:sym typeface="Arial"/>
              </a:rPr>
              <a:t>Use Durable Queues:</a:t>
            </a:r>
            <a:r>
              <a:rPr lang="en" sz="1000">
                <a:solidFill>
                  <a:srgbClr val="188038"/>
                </a:solidFill>
                <a:latin typeface="Arial"/>
                <a:ea typeface="Arial"/>
                <a:cs typeface="Arial"/>
                <a:sym typeface="Arial"/>
              </a:rPr>
              <a:t> Make queues and exchanges durable if you need persistence across broker restarts.</a:t>
            </a:r>
            <a:endParaRPr sz="1100">
              <a:solidFill>
                <a:srgbClr val="188038"/>
              </a:solidFill>
              <a:highlight>
                <a:srgbClr val="FFFFFF"/>
              </a:highlight>
              <a:latin typeface="Roboto"/>
              <a:ea typeface="Roboto"/>
              <a:cs typeface="Roboto"/>
              <a:sym typeface="Roboto"/>
            </a:endParaRPr>
          </a:p>
        </p:txBody>
      </p:sp>
      <p:sp>
        <p:nvSpPr>
          <p:cNvPr id="1380" name="Google Shape;1380;p166"/>
          <p:cNvSpPr txBox="1"/>
          <p:nvPr/>
        </p:nvSpPr>
        <p:spPr>
          <a:xfrm>
            <a:off x="341775" y="952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00FF"/>
                </a:solidFill>
                <a:highlight>
                  <a:srgbClr val="FFFFFF"/>
                </a:highlight>
                <a:latin typeface="Roboto"/>
                <a:ea typeface="Roboto"/>
                <a:cs typeface="Roboto"/>
                <a:sym typeface="Roboto"/>
              </a:rPr>
              <a:t>Best practices and important rules </a:t>
            </a:r>
            <a:endParaRPr b="1" sz="1600">
              <a:solidFill>
                <a:srgbClr val="0000FF"/>
              </a:solidFill>
            </a:endParaRPr>
          </a:p>
        </p:txBody>
      </p:sp>
      <p:sp>
        <p:nvSpPr>
          <p:cNvPr id="1381" name="Google Shape;1381;p166"/>
          <p:cNvSpPr txBox="1"/>
          <p:nvPr>
            <p:ph type="title"/>
          </p:nvPr>
        </p:nvSpPr>
        <p:spPr>
          <a:xfrm>
            <a:off x="227650" y="2048900"/>
            <a:ext cx="8520600" cy="1225800"/>
          </a:xfrm>
          <a:prstGeom prst="rect">
            <a:avLst/>
          </a:prstGeom>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188038"/>
                </a:solidFill>
                <a:latin typeface="Arial"/>
                <a:ea typeface="Arial"/>
                <a:cs typeface="Arial"/>
                <a:sym typeface="Arial"/>
              </a:rPr>
              <a:t>2. Message Design and Handling</a:t>
            </a:r>
            <a:endParaRPr b="1" sz="1300">
              <a:solidFill>
                <a:srgbClr val="188038"/>
              </a:solidFill>
              <a:latin typeface="Arial"/>
              <a:ea typeface="Arial"/>
              <a:cs typeface="Arial"/>
              <a:sym typeface="Arial"/>
            </a:endParaRPr>
          </a:p>
          <a:p>
            <a:pPr indent="-298450" lvl="0" marL="457200" rtl="0" algn="l">
              <a:lnSpc>
                <a:spcPct val="115000"/>
              </a:lnSpc>
              <a:spcBef>
                <a:spcPts val="1200"/>
              </a:spcBef>
              <a:spcAft>
                <a:spcPts val="0"/>
              </a:spcAft>
              <a:buClr>
                <a:srgbClr val="188038"/>
              </a:buClr>
              <a:buSzPts val="1100"/>
              <a:buFont typeface="Arial"/>
              <a:buChar char="●"/>
            </a:pPr>
            <a:r>
              <a:rPr b="1" lang="en" sz="1100">
                <a:solidFill>
                  <a:srgbClr val="188038"/>
                </a:solidFill>
                <a:latin typeface="Arial"/>
                <a:ea typeface="Arial"/>
                <a:cs typeface="Arial"/>
                <a:sym typeface="Arial"/>
              </a:rPr>
              <a:t>Keep Messages Small:</a:t>
            </a:r>
            <a:r>
              <a:rPr lang="en" sz="1100">
                <a:solidFill>
                  <a:srgbClr val="188038"/>
                </a:solidFill>
                <a:latin typeface="Arial"/>
                <a:ea typeface="Arial"/>
                <a:cs typeface="Arial"/>
                <a:sym typeface="Arial"/>
              </a:rPr>
              <a:t> Aim for messages under 100 KB. For large payloads, use references to external storage (e.g., S3).</a:t>
            </a:r>
            <a:endParaRPr sz="1100">
              <a:solidFill>
                <a:srgbClr val="188038"/>
              </a:solidFill>
              <a:latin typeface="Arial"/>
              <a:ea typeface="Arial"/>
              <a:cs typeface="Arial"/>
              <a:sym typeface="Arial"/>
            </a:endParaRPr>
          </a:p>
          <a:p>
            <a:pPr indent="-298450" lvl="0" marL="457200" rtl="0" algn="l">
              <a:lnSpc>
                <a:spcPct val="115000"/>
              </a:lnSpc>
              <a:spcBef>
                <a:spcPts val="0"/>
              </a:spcBef>
              <a:spcAft>
                <a:spcPts val="0"/>
              </a:spcAft>
              <a:buClr>
                <a:srgbClr val="188038"/>
              </a:buClr>
              <a:buSzPts val="1100"/>
              <a:buFont typeface="Arial"/>
              <a:buChar char="●"/>
            </a:pPr>
            <a:r>
              <a:rPr b="1" lang="en" sz="1100">
                <a:solidFill>
                  <a:srgbClr val="188038"/>
                </a:solidFill>
                <a:latin typeface="Arial"/>
                <a:ea typeface="Arial"/>
                <a:cs typeface="Arial"/>
                <a:sym typeface="Arial"/>
              </a:rPr>
              <a:t>Idempotency:</a:t>
            </a:r>
            <a:r>
              <a:rPr lang="en" sz="1100">
                <a:solidFill>
                  <a:srgbClr val="188038"/>
                </a:solidFill>
                <a:latin typeface="Arial"/>
                <a:ea typeface="Arial"/>
                <a:cs typeface="Arial"/>
                <a:sym typeface="Arial"/>
              </a:rPr>
              <a:t> Ensure consumers handle message re-delivery gracefully to avoid duplicate processing.</a:t>
            </a:r>
            <a:endParaRPr sz="1100">
              <a:solidFill>
                <a:srgbClr val="188038"/>
              </a:solidFill>
              <a:latin typeface="Arial"/>
              <a:ea typeface="Arial"/>
              <a:cs typeface="Arial"/>
              <a:sym typeface="Arial"/>
            </a:endParaRPr>
          </a:p>
          <a:p>
            <a:pPr indent="-298450" lvl="0" marL="457200" rtl="0" algn="l">
              <a:lnSpc>
                <a:spcPct val="115000"/>
              </a:lnSpc>
              <a:spcBef>
                <a:spcPts val="0"/>
              </a:spcBef>
              <a:spcAft>
                <a:spcPts val="0"/>
              </a:spcAft>
              <a:buClr>
                <a:srgbClr val="188038"/>
              </a:buClr>
              <a:buSzPts val="1100"/>
              <a:buFont typeface="Arial"/>
              <a:buChar char="●"/>
            </a:pPr>
            <a:r>
              <a:rPr b="1" lang="en" sz="1100">
                <a:solidFill>
                  <a:srgbClr val="188038"/>
                </a:solidFill>
                <a:latin typeface="Arial"/>
                <a:ea typeface="Arial"/>
                <a:cs typeface="Arial"/>
                <a:sym typeface="Arial"/>
              </a:rPr>
              <a:t>Acknowledge Messages Properly:</a:t>
            </a:r>
            <a:r>
              <a:rPr lang="en" sz="1100">
                <a:solidFill>
                  <a:srgbClr val="188038"/>
                </a:solidFill>
                <a:latin typeface="Arial"/>
                <a:ea typeface="Arial"/>
                <a:cs typeface="Arial"/>
                <a:sym typeface="Arial"/>
              </a:rPr>
              <a:t> Use manual acknowledgments (</a:t>
            </a:r>
            <a:r>
              <a:rPr lang="en" sz="1100">
                <a:solidFill>
                  <a:srgbClr val="188038"/>
                </a:solidFill>
                <a:latin typeface="Roboto Mono"/>
                <a:ea typeface="Roboto Mono"/>
                <a:cs typeface="Roboto Mono"/>
                <a:sym typeface="Roboto Mono"/>
              </a:rPr>
              <a:t>autoAck: false</a:t>
            </a:r>
            <a:r>
              <a:rPr lang="en" sz="1100">
                <a:solidFill>
                  <a:srgbClr val="188038"/>
                </a:solidFill>
                <a:latin typeface="Arial"/>
                <a:ea typeface="Arial"/>
                <a:cs typeface="Arial"/>
                <a:sym typeface="Arial"/>
              </a:rPr>
              <a:t>) for reliable delivery and to avoid message loss.</a:t>
            </a:r>
            <a:endParaRPr b="1" sz="1200">
              <a:solidFill>
                <a:srgbClr val="188038"/>
              </a:solidFill>
              <a:latin typeface="Arial"/>
              <a:ea typeface="Arial"/>
              <a:cs typeface="Arial"/>
              <a:sym typeface="Arial"/>
            </a:endParaRPr>
          </a:p>
        </p:txBody>
      </p:sp>
      <p:sp>
        <p:nvSpPr>
          <p:cNvPr id="1382" name="Google Shape;1382;p166"/>
          <p:cNvSpPr txBox="1"/>
          <p:nvPr>
            <p:ph type="title"/>
          </p:nvPr>
        </p:nvSpPr>
        <p:spPr>
          <a:xfrm>
            <a:off x="218100" y="3435075"/>
            <a:ext cx="8520600" cy="1225800"/>
          </a:xfrm>
          <a:prstGeom prst="rect">
            <a:avLst/>
          </a:prstGeom>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188038"/>
                </a:solidFill>
                <a:latin typeface="Arial"/>
                <a:ea typeface="Arial"/>
                <a:cs typeface="Arial"/>
                <a:sym typeface="Arial"/>
              </a:rPr>
              <a:t>3. Consumer Design</a:t>
            </a:r>
            <a:endParaRPr sz="1100">
              <a:solidFill>
                <a:srgbClr val="188038"/>
              </a:solidFill>
              <a:latin typeface="Arial"/>
              <a:ea typeface="Arial"/>
              <a:cs typeface="Arial"/>
              <a:sym typeface="Arial"/>
            </a:endParaRPr>
          </a:p>
          <a:p>
            <a:pPr indent="-298450" lvl="0" marL="457200" rtl="0" algn="l">
              <a:lnSpc>
                <a:spcPct val="115000"/>
              </a:lnSpc>
              <a:spcBef>
                <a:spcPts val="1200"/>
              </a:spcBef>
              <a:spcAft>
                <a:spcPts val="0"/>
              </a:spcAft>
              <a:buClr>
                <a:srgbClr val="188038"/>
              </a:buClr>
              <a:buSzPts val="1100"/>
              <a:buFont typeface="Arial"/>
              <a:buChar char="●"/>
            </a:pPr>
            <a:r>
              <a:rPr b="1" lang="en" sz="1100">
                <a:solidFill>
                  <a:srgbClr val="188038"/>
                </a:solidFill>
                <a:latin typeface="Arial"/>
                <a:ea typeface="Arial"/>
                <a:cs typeface="Arial"/>
                <a:sym typeface="Arial"/>
              </a:rPr>
              <a:t>Error Handling:</a:t>
            </a:r>
            <a:r>
              <a:rPr lang="en" sz="1100">
                <a:solidFill>
                  <a:srgbClr val="188038"/>
                </a:solidFill>
                <a:latin typeface="Arial"/>
                <a:ea typeface="Arial"/>
                <a:cs typeface="Arial"/>
                <a:sym typeface="Arial"/>
              </a:rPr>
              <a:t> Implement retry logic and Dead Letter Exchanges for failed messages.</a:t>
            </a:r>
            <a:endParaRPr sz="1100">
              <a:solidFill>
                <a:srgbClr val="188038"/>
              </a:solidFill>
              <a:latin typeface="Arial"/>
              <a:ea typeface="Arial"/>
              <a:cs typeface="Arial"/>
              <a:sym typeface="Arial"/>
            </a:endParaRPr>
          </a:p>
          <a:p>
            <a:pPr indent="-298450" lvl="0" marL="457200" rtl="0" algn="l">
              <a:lnSpc>
                <a:spcPct val="115000"/>
              </a:lnSpc>
              <a:spcBef>
                <a:spcPts val="0"/>
              </a:spcBef>
              <a:spcAft>
                <a:spcPts val="0"/>
              </a:spcAft>
              <a:buClr>
                <a:srgbClr val="188038"/>
              </a:buClr>
              <a:buSzPts val="1100"/>
              <a:buFont typeface="Arial"/>
              <a:buChar char="●"/>
            </a:pPr>
            <a:r>
              <a:rPr b="1" lang="en" sz="1100">
                <a:solidFill>
                  <a:srgbClr val="188038"/>
                </a:solidFill>
                <a:latin typeface="Arial"/>
                <a:ea typeface="Arial"/>
                <a:cs typeface="Arial"/>
                <a:sym typeface="Arial"/>
              </a:rPr>
              <a:t>Consumer Load Balancing:</a:t>
            </a:r>
            <a:r>
              <a:rPr lang="en" sz="1100">
                <a:solidFill>
                  <a:srgbClr val="188038"/>
                </a:solidFill>
                <a:latin typeface="Arial"/>
                <a:ea typeface="Arial"/>
                <a:cs typeface="Arial"/>
                <a:sym typeface="Arial"/>
              </a:rPr>
              <a:t> Distribute messages evenly by scaling consumers across multiple instances.</a:t>
            </a:r>
            <a:endParaRPr b="1" sz="1200">
              <a:solidFill>
                <a:srgbClr val="188038"/>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167"/>
          <p:cNvSpPr txBox="1"/>
          <p:nvPr>
            <p:ph type="title"/>
          </p:nvPr>
        </p:nvSpPr>
        <p:spPr>
          <a:xfrm>
            <a:off x="222050" y="585400"/>
            <a:ext cx="8520600" cy="1225800"/>
          </a:xfrm>
          <a:prstGeom prst="rect">
            <a:avLst/>
          </a:prstGeom>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188038"/>
                </a:solidFill>
                <a:latin typeface="Arial"/>
                <a:ea typeface="Arial"/>
                <a:cs typeface="Arial"/>
                <a:sym typeface="Arial"/>
              </a:rPr>
              <a:t>4. Monitoring and Maintenance</a:t>
            </a:r>
            <a:endParaRPr b="1" sz="1300">
              <a:solidFill>
                <a:srgbClr val="188038"/>
              </a:solidFill>
              <a:latin typeface="Arial"/>
              <a:ea typeface="Arial"/>
              <a:cs typeface="Arial"/>
              <a:sym typeface="Arial"/>
            </a:endParaRPr>
          </a:p>
          <a:p>
            <a:pPr indent="-298450" lvl="0" marL="457200" rtl="0" algn="l">
              <a:lnSpc>
                <a:spcPct val="115000"/>
              </a:lnSpc>
              <a:spcBef>
                <a:spcPts val="1200"/>
              </a:spcBef>
              <a:spcAft>
                <a:spcPts val="0"/>
              </a:spcAft>
              <a:buClr>
                <a:srgbClr val="188038"/>
              </a:buClr>
              <a:buSzPts val="1100"/>
              <a:buFont typeface="Arial"/>
              <a:buChar char="●"/>
            </a:pPr>
            <a:r>
              <a:rPr b="1" lang="en" sz="1100">
                <a:solidFill>
                  <a:srgbClr val="188038"/>
                </a:solidFill>
                <a:latin typeface="Arial"/>
                <a:ea typeface="Arial"/>
                <a:cs typeface="Arial"/>
                <a:sym typeface="Arial"/>
              </a:rPr>
              <a:t>Enable Monitoring:</a:t>
            </a:r>
            <a:r>
              <a:rPr lang="en" sz="1100">
                <a:solidFill>
                  <a:srgbClr val="188038"/>
                </a:solidFill>
                <a:latin typeface="Arial"/>
                <a:ea typeface="Arial"/>
                <a:cs typeface="Arial"/>
                <a:sym typeface="Arial"/>
              </a:rPr>
              <a:t> Use RabbitMQ Management Plugin, Prometheus, or Grafana to monitor metrics like queue length, message rates, and resource usage.</a:t>
            </a:r>
            <a:endParaRPr sz="1100">
              <a:solidFill>
                <a:srgbClr val="188038"/>
              </a:solidFill>
              <a:latin typeface="Arial"/>
              <a:ea typeface="Arial"/>
              <a:cs typeface="Arial"/>
              <a:sym typeface="Arial"/>
            </a:endParaRPr>
          </a:p>
          <a:p>
            <a:pPr indent="-298450" lvl="0" marL="457200" rtl="0" algn="l">
              <a:lnSpc>
                <a:spcPct val="115000"/>
              </a:lnSpc>
              <a:spcBef>
                <a:spcPts val="0"/>
              </a:spcBef>
              <a:spcAft>
                <a:spcPts val="0"/>
              </a:spcAft>
              <a:buClr>
                <a:srgbClr val="188038"/>
              </a:buClr>
              <a:buSzPts val="1100"/>
              <a:buFont typeface="Arial"/>
              <a:buChar char="●"/>
            </a:pPr>
            <a:r>
              <a:rPr b="1" lang="en" sz="1100">
                <a:solidFill>
                  <a:srgbClr val="188038"/>
                </a:solidFill>
                <a:latin typeface="Arial"/>
                <a:ea typeface="Arial"/>
                <a:cs typeface="Arial"/>
                <a:sym typeface="Arial"/>
              </a:rPr>
              <a:t>Regular Maintenance:</a:t>
            </a:r>
            <a:r>
              <a:rPr lang="en" sz="1100">
                <a:solidFill>
                  <a:srgbClr val="188038"/>
                </a:solidFill>
                <a:latin typeface="Arial"/>
                <a:ea typeface="Arial"/>
                <a:cs typeface="Arial"/>
                <a:sym typeface="Arial"/>
              </a:rPr>
              <a:t> Perform regular maintenance, including purging unused queues and updating RabbitMQ versions.</a:t>
            </a:r>
            <a:endParaRPr b="1" sz="1200">
              <a:solidFill>
                <a:srgbClr val="188038"/>
              </a:solidFill>
              <a:latin typeface="Arial"/>
              <a:ea typeface="Arial"/>
              <a:cs typeface="Arial"/>
              <a:sym typeface="Arial"/>
            </a:endParaRPr>
          </a:p>
        </p:txBody>
      </p:sp>
      <p:sp>
        <p:nvSpPr>
          <p:cNvPr id="1388" name="Google Shape;1388;p167"/>
          <p:cNvSpPr txBox="1"/>
          <p:nvPr/>
        </p:nvSpPr>
        <p:spPr>
          <a:xfrm>
            <a:off x="341775" y="952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00FF"/>
                </a:solidFill>
                <a:highlight>
                  <a:srgbClr val="FFFFFF"/>
                </a:highlight>
                <a:latin typeface="Roboto"/>
                <a:ea typeface="Roboto"/>
                <a:cs typeface="Roboto"/>
                <a:sym typeface="Roboto"/>
              </a:rPr>
              <a:t>Best practices and important rules </a:t>
            </a:r>
            <a:endParaRPr b="1" sz="1600">
              <a:solidFill>
                <a:srgbClr val="0000FF"/>
              </a:solidFill>
            </a:endParaRPr>
          </a:p>
        </p:txBody>
      </p:sp>
      <p:sp>
        <p:nvSpPr>
          <p:cNvPr id="1389" name="Google Shape;1389;p167"/>
          <p:cNvSpPr txBox="1"/>
          <p:nvPr>
            <p:ph type="title"/>
          </p:nvPr>
        </p:nvSpPr>
        <p:spPr>
          <a:xfrm>
            <a:off x="227650" y="1972700"/>
            <a:ext cx="8520600" cy="1225800"/>
          </a:xfrm>
          <a:prstGeom prst="rect">
            <a:avLst/>
          </a:prstGeom>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188038"/>
                </a:solidFill>
                <a:latin typeface="Arial"/>
                <a:ea typeface="Arial"/>
                <a:cs typeface="Arial"/>
                <a:sym typeface="Arial"/>
              </a:rPr>
              <a:t>5. Development and Deployment</a:t>
            </a:r>
            <a:endParaRPr b="1" sz="1300">
              <a:solidFill>
                <a:srgbClr val="188038"/>
              </a:solidFill>
              <a:latin typeface="Arial"/>
              <a:ea typeface="Arial"/>
              <a:cs typeface="Arial"/>
              <a:sym typeface="Arial"/>
            </a:endParaRPr>
          </a:p>
          <a:p>
            <a:pPr indent="-298450" lvl="0" marL="457200" rtl="0" algn="l">
              <a:lnSpc>
                <a:spcPct val="115000"/>
              </a:lnSpc>
              <a:spcBef>
                <a:spcPts val="1200"/>
              </a:spcBef>
              <a:spcAft>
                <a:spcPts val="0"/>
              </a:spcAft>
              <a:buClr>
                <a:srgbClr val="188038"/>
              </a:buClr>
              <a:buSzPts val="1100"/>
              <a:buFont typeface="Arial"/>
              <a:buChar char="●"/>
            </a:pPr>
            <a:r>
              <a:rPr b="1" lang="en" sz="1100">
                <a:solidFill>
                  <a:srgbClr val="188038"/>
                </a:solidFill>
                <a:latin typeface="Arial"/>
                <a:ea typeface="Arial"/>
                <a:cs typeface="Arial"/>
                <a:sym typeface="Arial"/>
              </a:rPr>
              <a:t>Environment Configuration:</a:t>
            </a:r>
            <a:r>
              <a:rPr lang="en" sz="1100">
                <a:solidFill>
                  <a:srgbClr val="188038"/>
                </a:solidFill>
                <a:latin typeface="Arial"/>
                <a:ea typeface="Arial"/>
                <a:cs typeface="Arial"/>
                <a:sym typeface="Arial"/>
              </a:rPr>
              <a:t> Separate development and production configurations, especially for exchanges, queues, and routing keys.</a:t>
            </a:r>
            <a:endParaRPr sz="1100">
              <a:solidFill>
                <a:srgbClr val="188038"/>
              </a:solidFill>
              <a:latin typeface="Arial"/>
              <a:ea typeface="Arial"/>
              <a:cs typeface="Arial"/>
              <a:sym typeface="Arial"/>
            </a:endParaRPr>
          </a:p>
          <a:p>
            <a:pPr indent="-298450" lvl="0" marL="457200" rtl="0" algn="l">
              <a:lnSpc>
                <a:spcPct val="115000"/>
              </a:lnSpc>
              <a:spcBef>
                <a:spcPts val="0"/>
              </a:spcBef>
              <a:spcAft>
                <a:spcPts val="0"/>
              </a:spcAft>
              <a:buClr>
                <a:srgbClr val="188038"/>
              </a:buClr>
              <a:buSzPts val="1100"/>
              <a:buFont typeface="Arial"/>
              <a:buChar char="●"/>
            </a:pPr>
            <a:r>
              <a:rPr b="1" lang="en" sz="1100">
                <a:solidFill>
                  <a:srgbClr val="188038"/>
                </a:solidFill>
                <a:latin typeface="Arial"/>
                <a:ea typeface="Arial"/>
                <a:cs typeface="Arial"/>
                <a:sym typeface="Arial"/>
              </a:rPr>
              <a:t>CI/CD Integration:</a:t>
            </a:r>
            <a:r>
              <a:rPr lang="en" sz="1100">
                <a:solidFill>
                  <a:srgbClr val="188038"/>
                </a:solidFill>
                <a:latin typeface="Arial"/>
                <a:ea typeface="Arial"/>
                <a:cs typeface="Arial"/>
                <a:sym typeface="Arial"/>
              </a:rPr>
              <a:t> Automate RabbitMQ configuration deployment using tools like Docker or Infrastructure as Code (IaC).</a:t>
            </a:r>
            <a:endParaRPr b="1" sz="1300">
              <a:solidFill>
                <a:srgbClr val="188038"/>
              </a:solidFill>
              <a:latin typeface="Arial"/>
              <a:ea typeface="Arial"/>
              <a:cs typeface="Arial"/>
              <a:sym typeface="Arial"/>
            </a:endParaRPr>
          </a:p>
        </p:txBody>
      </p:sp>
      <p:sp>
        <p:nvSpPr>
          <p:cNvPr id="1390" name="Google Shape;1390;p167"/>
          <p:cNvSpPr txBox="1"/>
          <p:nvPr>
            <p:ph type="title"/>
          </p:nvPr>
        </p:nvSpPr>
        <p:spPr>
          <a:xfrm>
            <a:off x="227650" y="3530300"/>
            <a:ext cx="8520600" cy="1225800"/>
          </a:xfrm>
          <a:prstGeom prst="rect">
            <a:avLst/>
          </a:prstGeom>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188038"/>
                </a:solidFill>
                <a:latin typeface="Arial"/>
                <a:ea typeface="Arial"/>
                <a:cs typeface="Arial"/>
                <a:sym typeface="Arial"/>
              </a:rPr>
              <a:t>6. Security and Reliability</a:t>
            </a:r>
            <a:endParaRPr b="1" sz="1300">
              <a:solidFill>
                <a:srgbClr val="188038"/>
              </a:solidFill>
              <a:latin typeface="Arial"/>
              <a:ea typeface="Arial"/>
              <a:cs typeface="Arial"/>
              <a:sym typeface="Arial"/>
            </a:endParaRPr>
          </a:p>
          <a:p>
            <a:pPr indent="-298450" lvl="0" marL="457200" rtl="0" algn="l">
              <a:lnSpc>
                <a:spcPct val="115000"/>
              </a:lnSpc>
              <a:spcBef>
                <a:spcPts val="1200"/>
              </a:spcBef>
              <a:spcAft>
                <a:spcPts val="0"/>
              </a:spcAft>
              <a:buClr>
                <a:srgbClr val="188038"/>
              </a:buClr>
              <a:buSzPts val="1100"/>
              <a:buFont typeface="Arial"/>
              <a:buChar char="●"/>
            </a:pPr>
            <a:r>
              <a:rPr b="1" lang="en" sz="1100">
                <a:solidFill>
                  <a:srgbClr val="188038"/>
                </a:solidFill>
                <a:latin typeface="Arial"/>
                <a:ea typeface="Arial"/>
                <a:cs typeface="Arial"/>
                <a:sym typeface="Arial"/>
              </a:rPr>
              <a:t>Enable SSL/TLS:</a:t>
            </a:r>
            <a:r>
              <a:rPr lang="en" sz="1100">
                <a:solidFill>
                  <a:srgbClr val="188038"/>
                </a:solidFill>
                <a:latin typeface="Arial"/>
                <a:ea typeface="Arial"/>
                <a:cs typeface="Arial"/>
                <a:sym typeface="Arial"/>
              </a:rPr>
              <a:t> Use SSL/TLS to secure communication between producers, consumers, and RabbitMQ.</a:t>
            </a:r>
            <a:endParaRPr sz="1100">
              <a:solidFill>
                <a:srgbClr val="188038"/>
              </a:solidFill>
              <a:latin typeface="Arial"/>
              <a:ea typeface="Arial"/>
              <a:cs typeface="Arial"/>
              <a:sym typeface="Arial"/>
            </a:endParaRPr>
          </a:p>
          <a:p>
            <a:pPr indent="-298450" lvl="0" marL="457200" rtl="0" algn="l">
              <a:lnSpc>
                <a:spcPct val="115000"/>
              </a:lnSpc>
              <a:spcBef>
                <a:spcPts val="0"/>
              </a:spcBef>
              <a:spcAft>
                <a:spcPts val="0"/>
              </a:spcAft>
              <a:buClr>
                <a:srgbClr val="188038"/>
              </a:buClr>
              <a:buSzPts val="1100"/>
              <a:buFont typeface="Arial"/>
              <a:buChar char="●"/>
            </a:pPr>
            <a:r>
              <a:rPr b="1" lang="en" sz="1100">
                <a:solidFill>
                  <a:srgbClr val="188038"/>
                </a:solidFill>
                <a:latin typeface="Arial"/>
                <a:ea typeface="Arial"/>
                <a:cs typeface="Arial"/>
                <a:sym typeface="Arial"/>
              </a:rPr>
              <a:t>Authentication and Authorization:</a:t>
            </a:r>
            <a:r>
              <a:rPr lang="en" sz="1100">
                <a:solidFill>
                  <a:srgbClr val="188038"/>
                </a:solidFill>
                <a:latin typeface="Arial"/>
                <a:ea typeface="Arial"/>
                <a:cs typeface="Arial"/>
                <a:sym typeface="Arial"/>
              </a:rPr>
              <a:t> Use RabbitMQ built-in authentication mechanisms and set up appropriate user permissions.</a:t>
            </a:r>
            <a:endParaRPr sz="1100">
              <a:solidFill>
                <a:srgbClr val="188038"/>
              </a:solidFill>
              <a:latin typeface="Arial"/>
              <a:ea typeface="Arial"/>
              <a:cs typeface="Arial"/>
              <a:sym typeface="Arial"/>
            </a:endParaRPr>
          </a:p>
          <a:p>
            <a:pPr indent="-298450" lvl="0" marL="457200" rtl="0" algn="l">
              <a:lnSpc>
                <a:spcPct val="115000"/>
              </a:lnSpc>
              <a:spcBef>
                <a:spcPts val="0"/>
              </a:spcBef>
              <a:spcAft>
                <a:spcPts val="0"/>
              </a:spcAft>
              <a:buClr>
                <a:srgbClr val="188038"/>
              </a:buClr>
              <a:buSzPts val="1100"/>
              <a:buFont typeface="Arial"/>
              <a:buChar char="●"/>
            </a:pPr>
            <a:r>
              <a:rPr b="1" lang="en" sz="1100">
                <a:solidFill>
                  <a:srgbClr val="188038"/>
                </a:solidFill>
                <a:latin typeface="Arial"/>
                <a:ea typeface="Arial"/>
                <a:cs typeface="Arial"/>
                <a:sym typeface="Arial"/>
              </a:rPr>
              <a:t>Cluster Setup and HA:</a:t>
            </a:r>
            <a:r>
              <a:rPr lang="en" sz="1100">
                <a:solidFill>
                  <a:srgbClr val="188038"/>
                </a:solidFill>
                <a:latin typeface="Arial"/>
                <a:ea typeface="Arial"/>
                <a:cs typeface="Arial"/>
                <a:sym typeface="Arial"/>
              </a:rPr>
              <a:t> Deploy RabbitMQ in a cluster with mirrored queues for high availability and fault tolerance.</a:t>
            </a:r>
            <a:endParaRPr b="1" sz="1300">
              <a:solidFill>
                <a:srgbClr val="18803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168"/>
          <p:cNvSpPr txBox="1"/>
          <p:nvPr>
            <p:ph type="title"/>
          </p:nvPr>
        </p:nvSpPr>
        <p:spPr>
          <a:xfrm>
            <a:off x="0" y="73300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900">
                <a:solidFill>
                  <a:srgbClr val="1155CC"/>
                </a:solidFill>
                <a:latin typeface="Arial"/>
                <a:ea typeface="Arial"/>
                <a:cs typeface="Arial"/>
                <a:sym typeface="Arial"/>
              </a:rPr>
              <a:t>Thank you for your attention!</a:t>
            </a:r>
            <a:endParaRPr sz="3900">
              <a:solidFill>
                <a:srgbClr val="1155CC"/>
              </a:solidFill>
              <a:latin typeface="Arial"/>
              <a:ea typeface="Arial"/>
              <a:cs typeface="Arial"/>
              <a:sym typeface="Arial"/>
            </a:endParaRPr>
          </a:p>
        </p:txBody>
      </p:sp>
      <p:pic>
        <p:nvPicPr>
          <p:cNvPr id="1396" name="Google Shape;1396;p168"/>
          <p:cNvPicPr preferRelativeResize="0"/>
          <p:nvPr/>
        </p:nvPicPr>
        <p:blipFill>
          <a:blip r:embed="rId3">
            <a:alphaModFix/>
          </a:blip>
          <a:stretch>
            <a:fillRect/>
          </a:stretch>
        </p:blipFill>
        <p:spPr>
          <a:xfrm>
            <a:off x="971523" y="1521325"/>
            <a:ext cx="2849150" cy="2849150"/>
          </a:xfrm>
          <a:prstGeom prst="rect">
            <a:avLst/>
          </a:prstGeom>
          <a:noFill/>
          <a:ln>
            <a:noFill/>
          </a:ln>
        </p:spPr>
      </p:pic>
      <p:pic>
        <p:nvPicPr>
          <p:cNvPr id="1397" name="Google Shape;1397;p168"/>
          <p:cNvPicPr preferRelativeResize="0"/>
          <p:nvPr/>
        </p:nvPicPr>
        <p:blipFill>
          <a:blip r:embed="rId4">
            <a:alphaModFix/>
          </a:blip>
          <a:stretch>
            <a:fillRect/>
          </a:stretch>
        </p:blipFill>
        <p:spPr>
          <a:xfrm>
            <a:off x="4759501" y="2632849"/>
            <a:ext cx="3698698" cy="581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roduct Roadmap">
  <a:themeElements>
    <a:clrScheme name="Simple Light">
      <a:dk1>
        <a:srgbClr val="D32600"/>
      </a:dk1>
      <a:lt1>
        <a:srgbClr val="000000"/>
      </a:lt1>
      <a:dk2>
        <a:srgbClr val="FFFFFF"/>
      </a:dk2>
      <a:lt2>
        <a:srgbClr val="E57360"/>
      </a:lt2>
      <a:accent1>
        <a:srgbClr val="666666"/>
      </a:accent1>
      <a:accent2>
        <a:srgbClr val="B7B7B7"/>
      </a:accent2>
      <a:accent3>
        <a:srgbClr val="EFEFEF"/>
      </a:accent3>
      <a:accent4>
        <a:srgbClr val="F9EDE5"/>
      </a:accent4>
      <a:accent5>
        <a:srgbClr val="F3F3F3"/>
      </a:accent5>
      <a:accent6>
        <a:srgbClr val="F7F7F7"/>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Lesson 1">
  <a:themeElements>
    <a:clrScheme name="Simple Light">
      <a:dk1>
        <a:srgbClr val="137C3F"/>
      </a:dk1>
      <a:lt1>
        <a:srgbClr val="FFFCF5"/>
      </a:lt1>
      <a:dk2>
        <a:srgbClr val="146AEB"/>
      </a:dk2>
      <a:lt2>
        <a:srgbClr val="FBA084"/>
      </a:lt2>
      <a:accent1>
        <a:srgbClr val="000000"/>
      </a:accent1>
      <a:accent2>
        <a:srgbClr val="FFFFB3"/>
      </a:accent2>
      <a:accent3>
        <a:srgbClr val="B6D7A8"/>
      </a:accent3>
      <a:accent4>
        <a:srgbClr val="A4C2F4"/>
      </a:accent4>
      <a:accent5>
        <a:srgbClr val="B6D7A8"/>
      </a:accent5>
      <a:accent6>
        <a:srgbClr val="B4A7D6"/>
      </a:accent6>
      <a:hlink>
        <a:srgbClr val="146A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Annual Planning">
  <a:themeElements>
    <a:clrScheme name="Simple Light">
      <a:dk1>
        <a:srgbClr val="000000"/>
      </a:dk1>
      <a:lt1>
        <a:srgbClr val="FFFFFF"/>
      </a:lt1>
      <a:dk2>
        <a:srgbClr val="EFEFEF"/>
      </a:dk2>
      <a:lt2>
        <a:srgbClr val="71969D"/>
      </a:lt2>
      <a:accent1>
        <a:srgbClr val="CABFDA"/>
      </a:accent1>
      <a:accent2>
        <a:srgbClr val="FFC6C6"/>
      </a:accent2>
      <a:accent3>
        <a:srgbClr val="192B31"/>
      </a:accent3>
      <a:accent4>
        <a:srgbClr val="000000"/>
      </a:accent4>
      <a:accent5>
        <a:srgbClr val="F37021"/>
      </a:accent5>
      <a:accent6>
        <a:srgbClr val="554D4D"/>
      </a:accent6>
      <a:hlink>
        <a:srgbClr val="16161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